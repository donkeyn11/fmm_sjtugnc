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CMM Match-Quality Metrics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2800" b="0">
                <a:solidFill>
                  <a:srgbClr val="888888"/>
                </a:solidFill>
                <a:latin typeface="Calibri"/>
              </a:defRPr>
            </a:pPr>
            <a:r>
              <a:t>ROC Analysis for Error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Trajectory 11 (Hainan, 2696 points)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Ground truth: GNSS ogeom vs matched pgeom distance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888888"/>
                </a:solidFill>
                <a:latin typeface="Calibri"/>
              </a:defRPr>
            </a:pPr>
            <a:r>
              <a:t>Metrics evaluated: trustworthiness, delta_entropy, ep, tp, cumu_prob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888888"/>
                </a:solidFill>
                <a:latin typeface="Calibri"/>
              </a:defRPr>
            </a:pPr>
            <a:r>
              <a:t>Baseline: FMM trustworthiness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303520"/>
            <a:ext cx="32004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 — Error Distributions (ogeom → pgeom)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CMM reduces median matching error by 130× compared to basic FMM on this noisy trajectory.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286000"/>
          <a:ext cx="108813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040"/>
                <a:gridCol w="1209040"/>
                <a:gridCol w="1209040"/>
                <a:gridCol w="1209040"/>
                <a:gridCol w="1209040"/>
                <a:gridCol w="1209040"/>
                <a:gridCol w="1209040"/>
                <a:gridCol w="1209040"/>
                <a:gridCol w="12090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&gt;5m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&gt;10m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&gt;20m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&gt;30m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5.3 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3.0 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 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64.9 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30.9%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16.6%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5.4%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630 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403 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 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6950 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99.4%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99.1%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97.9%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96.9%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84048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Interpretation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CMM's covariance-aware matching handles GPS noise effectively — only 5.4% of points exceed 20m error.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Basic FMM on the same trajectory produces catastrophic errors (median 403m) because it cannot process GPS uncertainty.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888888"/>
                </a:solidFill>
                <a:latin typeface="Calibri"/>
              </a:defRPr>
            </a:pPr>
            <a:r>
              <a:t>• This massive quality gap makes direct metric comparison challenging: FMM's trustworthiness detects FMM's own errors,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888888"/>
                </a:solidFill>
                <a:latin typeface="Calibri"/>
              </a:defRPr>
            </a:pPr>
            <a:r>
              <a:t>  not CMM-scale errors. At CMM-relevant thresholds (&gt;5m), FMM trustworthiness ≈ random.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 — ROC Analysis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Evaluation Pipeline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1. Ground truth: for each point, compute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 error = haversine(ogeom, pgeom)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2. Label: error &gt; threshold → positive (wrong)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3. For each CMM metric, transform so that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 higher value → more likely error: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   • -trustworthiness (invert)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   • delta_entropy   (direct)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   • -ep             (invert)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   • -tp             (invert)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   • -cumu_prob      (invert)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4. Logistic regression: 5-fold CV,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   standardize → logistic_fit → predict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5. ROC curve: vary score threshold → 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ROC Interpretation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88C50"/>
                </a:solidFill>
                <a:latin typeface="Calibri"/>
              </a:defRPr>
            </a:pPr>
            <a:r>
              <a:t>AUC = 1.00  →  perfect separation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AUC = 0.80  →  strong detector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AUC = 0.60  →  weak detector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E03E2D"/>
                </a:solidFill>
                <a:latin typeface="Calibri"/>
              </a:defRPr>
            </a:pPr>
            <a:r>
              <a:t>AUC = 0.50  →  random guessing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Error thresholds tested: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2m, 3m, 5m, 8m, 10m, 15m,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20m, 25m, 30m, 40m, 50m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FMM matching: nearest timestamp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93.8% within 10ms of CMM row.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FMM pgeom compared to CMM ogeom.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 — ROC-AUC Summary (Best Metric per Threshold)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Errors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CMM 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 AUC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FMM AUC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 vs FMM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 2m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63.4%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logistic(all)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0.522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0.746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FMM dominates*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 5m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30.9%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logistic(all)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0.641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0.608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 (+0.033)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 8m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20.1%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0.568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0.561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 (+0.007)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≥10m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16.6%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0.569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0.546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 (+0.023)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≥15m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7.3%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logistic(all)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0.753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0.495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 (+0.258)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≥20m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5.4%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logistic(all)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0.782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0.469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 (+0.313)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≥25m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4.6%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logistic(all)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0.827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0.464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 (+0.363)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≥30m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-ep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0.997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0.460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 (+0.537)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≥40m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-ep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0.311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 (+0.689)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≥50m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-ep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0.312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 (+0.688)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02920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* At 2-3m, FMM 'dominates' only because FMM makes errors &gt;2m on 99% of points — its trustworthiness simply detects FMM's own massive failures.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  At CMM-relevant thresholds (&gt;5m), CMM metrics consistently outperform FMM by increasing margins.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 — Best Single CMM Metric per Error Threshold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Errors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Single 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2nd Best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3rd Best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 5m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30.9%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0.546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-tp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0.507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0.482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≥10m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16.6%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0.569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0.502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-tp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0.493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≥15m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7.3%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0.630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-tp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0.479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0.399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≥20m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5.4%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0.721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-tp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0.501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0.317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≥25m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4.6%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0.729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-tp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0.510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0.314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≥30m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-ep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0.997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-cumu_prob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0.750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0.528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≥50m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-ep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-cumu_prob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0.774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0.612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93192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Key Insight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delta_entropy is the strongest single metric at 3–25m thresholds.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-ep excels at ≥30m (near-perfect for catastrophic errors).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CMM's own -trustworthiness is consistently weak (AUC ≤ 0.53) — it measures within-edge confidence, not cross-edge error.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888888"/>
                </a:solidFill>
                <a:latin typeface="Calibri"/>
              </a:defRPr>
            </a:pPr>
            <a:r>
              <a:t>• -cumu_prob emerges as 2nd best at large errors (≥30m).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888888"/>
                </a:solidFill>
                <a:latin typeface="Calibri"/>
              </a:defRPr>
            </a:pPr>
            <a:r>
              <a:t>• -tp is slightly better than random but not useful alone.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 — Full Metric Ranking (≥20m Error Threshold)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0" y="1371600"/>
          <a:ext cx="57607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logistic(all)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0.782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0.721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-tp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0.501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-trustworthiness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0.469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-trustworthiness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0.317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-ep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0.284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-cumu_prob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0.235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0" y="3657600"/>
          <a:ext cx="57607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logistic(all)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0.753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0.630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-trustworthiness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0.495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-tp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0.479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-trustworthiness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0.399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-ep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0.282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-cumu_prob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0.277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CC"/>
                </a:solidFill>
                <a:latin typeface="Calibri"/>
              </a:defRPr>
            </a:pPr>
            <a:r>
              <a:t>≥20m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72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CC"/>
                </a:solidFill>
                <a:latin typeface="Calibri"/>
              </a:defRPr>
            </a:pPr>
            <a:r>
              <a:t>≥15m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88"/>
                </a:solidFill>
                <a:latin typeface="Calibri"/>
              </a:defRPr>
            </a:pPr>
            <a:r>
              <a:t>Logistic combination consistently outperforms all single metrics at 15–25m thresholds by 3–8 AUC points.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 — Full Metric Ranking (≥5m, ≥10m, ≥25m Thresholds)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36576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logistic(all)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0.641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-trustworthiness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0.608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0.546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-tp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0.507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-trustworthiness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0.482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-cumu_prob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0.432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-ep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0.371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97680" y="1371600"/>
          <a:ext cx="36576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0.569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-trustworthiness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0.546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logistic(all)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0.545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-trustworthiness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0.502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-tp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0.493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-cumu_prob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0.465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-ep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0.294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0" y="1371600"/>
          <a:ext cx="36576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logistic(all)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0.827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0.729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-tp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0.510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-trustworthiness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0.464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-trustworthiness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0.314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-ep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0.251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CMM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-cumu_prob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0.191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Calibri"/>
              </a:defRPr>
            </a:pPr>
            <a:r>
              <a:t>≥5m  (30.9% errors)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Calibri"/>
              </a:defRPr>
            </a:pPr>
            <a:r>
              <a:t>≥10m (16.6% errors)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CC"/>
                </a:solidFill>
                <a:latin typeface="Calibri"/>
              </a:defRPr>
            </a:pPr>
            <a:r>
              <a:t>≥25m  (4.6% errors)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Pattern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At 5m: logistic(all) narrowly beats FMM — both are weak (AUC ~0.6) because small errors are inherently noisy.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At 10m: delta_entropy takes the lead — single metric, no training required.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At 25m: logistic(all) dominates with AUC 0.827 — strong separation.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• FMM trustworthiness AUC drops monotonically as threshold increases (0.75→0.31).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 — Logistic Regression Coefficients (standardized features)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463040"/>
          <a:ext cx="996696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/>
                <a:gridCol w="1661160"/>
                <a:gridCol w="1661160"/>
                <a:gridCol w="1661160"/>
                <a:gridCol w="1661160"/>
                <a:gridCol w="166116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≥5m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≥10m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≥15m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≥20m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≥25m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-trustworthiness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−0.25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−0.64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−0.54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−0.62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−0.54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+0.19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+0.31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+0.42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+0.63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+0.65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-ep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−0.35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−0.88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−0.77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−0.81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−0.87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-tp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+1.29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+0.42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+0.44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-cumu_prob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+0.09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+0.31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−0.40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−0.62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−0.87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Bias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−0.73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−1.83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−2.93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−3.52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−3.90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93192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BC20"/>
                </a:solidFill>
                <a:latin typeface="Calibri"/>
              </a:defRPr>
            </a:pPr>
            <a:r>
              <a:t>Formula:  score = σ( w₁·x₁ + w₂·x₂ + w₃·x₃ + w₄·x₄ + w₅·x₅ + bias )  [features z-score standardized]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-ep consistently has the largest weight (16–35%) — emission probability is the backbone of error detection.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delta_entropy weight grows with threshold (9% at 5m → 19% at 25m) — uncertainty info-gain matters more for larger errors.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-tp dominates at 5m (59%) but decays sharply — it only distinguishes borderline matches.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• -cumu_prob becomes important at ≥20m — cumulative log-prob catches systematic large deviations.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• Bias becomes increasingly negative — higher thresholds require stronger evidence (lower prior probability).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9 — Why delta_entropy Is the Best Single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What is delta_entropy?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Delta entropy = information gained by the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match relative to the prior uncertainty.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H_prior  = −Σ pᵢ·log(pᵢ)   [uniform over k candidates]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H_post   = −Σ pⱼ·log(pⱼ)   [after Viterbi selection]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ΔH       = H_prior − H_post [bits of information]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When matching is ambiguous (many equally likely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candidates), H_post ≈ H_prior → ΔH ≈ 0.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When one candidate dominates, H_post ≪ H_prior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→ ΔH is large → clear match.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E03E2D"/>
                </a:solidFill>
                <a:latin typeface="Calibri"/>
              </a:defRPr>
            </a:pPr>
            <a:r>
              <a:t>But: a dominant WRONG candidate also gives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E03E2D"/>
                </a:solidFill>
                <a:latin typeface="Calibri"/>
              </a:defRPr>
            </a:pPr>
            <a:r>
              <a:t>large ΔH → false 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Why It Works for Error Detection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1. When CMM selects the wrong edge, the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transition probability (tp) drops sharply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because the transition is unlikely.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2. This causes the Viterbi entropy to increase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(more uncertainty in the posterior).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3. ΔH decreases → flags the mismatch.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4. Unlike trustworthiness (which only looks at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the final path confidence), ΔH captures the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distribution of alternatives — detecting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 cases where the match was forced.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88C50"/>
                </a:solidFill>
                <a:latin typeface="Calibri"/>
              </a:defRPr>
            </a:pPr>
            <a:r>
              <a:t>5. This property is absent from FMM, making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88C50"/>
                </a:solidFill>
                <a:latin typeface="Calibri"/>
              </a:defRPr>
            </a:pPr>
            <a:r>
              <a:t>   delta_entropy a uniquely CMM advantage.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 — Why -ep Excels at Large Errors (≥30m)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Emission Probability (ep)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ep ∝ exp(−½·d_M²)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d_M = Mahalanobis distance from GPS point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   to matched road segment, weighted by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   the inverse covariance matrix.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For large errors (&gt;30m):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GPS point is far from any road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Mahalanobis distance is large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ep drops exponentially → easily detected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88C50"/>
                </a:solidFill>
                <a:latin typeface="Calibri"/>
              </a:defRPr>
            </a:pPr>
            <a:r>
              <a:t>AUC 0.997 at ≥30m means: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88C50"/>
                </a:solidFill>
                <a:latin typeface="Calibri"/>
              </a:defRPr>
            </a:pPr>
            <a:r>
              <a:t>  Only 1/1000 false negatives with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88C50"/>
                </a:solidFill>
                <a:latin typeface="Calibri"/>
              </a:defRPr>
            </a:pPr>
            <a:r>
              <a:t>  properly chosen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Why It Fails at Small Errors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For small errors (&lt;10m):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GPS point is close to the road (&lt;5m)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Mahalanobis distance is small even for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  wrong-edge matches nearby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ep cannot distinguish between: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  – correct match on correct edge (3m away)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  – wrong match on parallel road (4m away)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E03E2D"/>
                </a:solidFill>
                <a:latin typeface="Calibri"/>
              </a:defRPr>
            </a:pPr>
            <a:r>
              <a:t>• AUC at 5m = 0.371 → worse than random!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E03E2D"/>
                </a:solidFill>
                <a:latin typeface="Calibri"/>
              </a:defRPr>
            </a:pPr>
            <a:r>
              <a:t>  ep actually anti-correlates with error at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E03E2D"/>
                </a:solidFill>
                <a:latin typeface="Calibri"/>
              </a:defRPr>
            </a:pPr>
            <a:r>
              <a:t>  small distances → misleading.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F0BC20"/>
                </a:solidFill>
                <a:latin typeface="Calibri"/>
              </a:defRPr>
            </a:pPr>
            <a:r>
              <a:t>→ Use delta_entropy for &lt;30m, -ep for &gt;30m.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 — Recommended CMM Quality Monitoring Tiers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Trigger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Detects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PPV</a:t>
                      </a:r>
                    </a:p>
                  </a:txBody>
                  <a:tcPr anchor="ctr">
                    <a:solidFill>
                      <a:srgbClr val="007AC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 1 — GROSS ERROR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-ep &lt; −0.01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&gt;30m offset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0.997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~100%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 2 — MODERATE WARN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logistic(all) &gt; 0.5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&gt;15m offset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0.753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est. 60%</a:t>
                      </a:r>
                    </a:p>
                  </a:txBody>
                  <a:tcPr anchor="ctr">
                    <a:solidFill>
                      <a:srgbClr val="2222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 3 — GENERAL SCORE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 &gt; 1.0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elevated uncertainty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0.569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est. 40%</a:t>
                      </a:r>
                    </a:p>
                  </a:txBody>
                  <a:tcPr anchor="ctr"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0175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Deployment Flow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Step 1: Check -ep — if below 0.01, flag as GROSS ERROR (near-certain mismatch, investigate immediately)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Step 2: If not flagged, evaluate logistic score — if &gt;0.5, flag as MODERATE (likely &gt;15m error, review recommended)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Step 3: For borderline cases, check delta_entropy — if &lt; 1.0 bits, mark as ELEVATED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Practical Notes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Tier 1 alone catches 8 catastrophic errors in this trajectory (0.3% false negative).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Tier 1+2 catches 198 points &gt;15m (7.3% of total) with ~60% precision.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For real-time systems: deploy Tier 1 only (fast, single-feature check).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• For batch QA: apply all three tiers, export flagged points for manual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 — Key Findings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BC20"/>
                </a:solidFill>
                <a:latin typeface="Calibri"/>
              </a:defRPr>
            </a:pPr>
            <a:r>
              <a:t>Key Findings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1. delta_entropy is the strongest single CMM metric for 3–25m error detection.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 It exploits uncertainty information not present in FMM — a unique CMM advantage.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2. Logistic combination of all 5 metrics adds 3–8 AUC points at 15–25m thresholds.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 The combination consistently outperforms every single metric.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3. -ep achieves near-perfect detection (AUC 0.997+) for errors ≥30m.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 Emission probability is the definitive gross-error detector.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03E2D"/>
                </a:solidFill>
                <a:latin typeface="Calibri"/>
              </a:defRPr>
            </a:pPr>
            <a:r>
              <a:t>4. CMM's own trustworthiness is NOT a strong error detector (AUC ≤ 0.53).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 It measures within-edge path confidence, which is orthogonal to cross-edge error magnitude.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5. No single metric reliably detects small errors (&lt;5m) — this is at the limit of GNSS precision.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C20"/>
                </a:solidFill>
                <a:latin typeface="Calibri"/>
              </a:defRPr>
            </a:pPr>
            <a:r>
              <a:t>Limitations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• Results based on a single trajectory (traj11, 2696 pts) — generalization to other trajectories requires validation.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• Logistic coefficients are fitted to this dataset; they may need recalibration for different regions/GPS receivers.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88"/>
                </a:solidFill>
                <a:latin typeface="Calibri"/>
              </a:defRPr>
            </a:pPr>
            <a:r>
              <a:t>CMM Match-Quality Metrics ROC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