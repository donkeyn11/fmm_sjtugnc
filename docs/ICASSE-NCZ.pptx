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17"/>
  </p:notesMasterIdLst>
  <p:sldIdLst>
    <p:sldId id="346" r:id="rId3"/>
    <p:sldId id="349" r:id="rId4"/>
    <p:sldId id="351" r:id="rId5"/>
    <p:sldId id="370" r:id="rId6"/>
    <p:sldId id="374" r:id="rId7"/>
    <p:sldId id="372" r:id="rId8"/>
    <p:sldId id="375" r:id="rId9"/>
    <p:sldId id="365" r:id="rId10"/>
    <p:sldId id="353" r:id="rId11"/>
    <p:sldId id="355" r:id="rId12"/>
    <p:sldId id="356" r:id="rId13"/>
    <p:sldId id="326" r:id="rId14"/>
    <p:sldId id="342" r:id="rId15"/>
    <p:sldId id="313"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80" autoAdjust="0"/>
    <p:restoredTop sz="74800" autoAdjust="0"/>
  </p:normalViewPr>
  <p:slideViewPr>
    <p:cSldViewPr snapToGrid="0">
      <p:cViewPr>
        <p:scale>
          <a:sx n="54" d="100"/>
          <a:sy n="54" d="100"/>
        </p:scale>
        <p:origin x="1358" y="19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22C74-F5DE-4F85-9AFB-7F7584DC1239}" type="datetimeFigureOut">
              <a:rPr lang="zh-CN" altLang="en-US" smtClean="0"/>
              <a:t>2025/8/5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C068EB-61C5-4F52-BABD-7D11F1287294}" type="slidenum">
              <a:rPr lang="zh-CN" altLang="en-US" smtClean="0"/>
              <a:t>‹#›</a:t>
            </a:fld>
            <a:endParaRPr lang="zh-CN" altLang="en-US"/>
          </a:p>
        </p:txBody>
      </p:sp>
    </p:spTree>
    <p:extLst>
      <p:ext uri="{BB962C8B-B14F-4D97-AF65-F5344CB8AC3E}">
        <p14:creationId xmlns:p14="http://schemas.microsoft.com/office/powerpoint/2010/main" val="2488549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Nice to meet each professors and researchers! This work has proposed a credibility monitoring architecture for GNSS positioning method named map matching. I am reporter today from GNC Lab, SJTU. This work is instructed by Prof. Zhan and Mr. Zhai.</a:t>
            </a:r>
            <a:endParaRPr lang="zh-CN" altLang="en-US" dirty="0"/>
          </a:p>
        </p:txBody>
      </p:sp>
      <p:sp>
        <p:nvSpPr>
          <p:cNvPr id="4" name="灯片编号占位符 3"/>
          <p:cNvSpPr>
            <a:spLocks noGrp="1"/>
          </p:cNvSpPr>
          <p:nvPr>
            <p:ph type="sldNum" sz="quarter" idx="5"/>
          </p:nvPr>
        </p:nvSpPr>
        <p:spPr/>
        <p:txBody>
          <a:bodyPr/>
          <a:lstStyle/>
          <a:p>
            <a:fld id="{08C068EB-61C5-4F52-BABD-7D11F1287294}" type="slidenum">
              <a:rPr lang="zh-CN" altLang="en-US" smtClean="0"/>
              <a:t>1</a:t>
            </a:fld>
            <a:endParaRPr lang="zh-CN" altLang="en-US"/>
          </a:p>
        </p:txBody>
      </p:sp>
    </p:spTree>
    <p:extLst>
      <p:ext uri="{BB962C8B-B14F-4D97-AF65-F5344CB8AC3E}">
        <p14:creationId xmlns:p14="http://schemas.microsoft.com/office/powerpoint/2010/main" val="120163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While today’s session is about control system; this research is focusing on how to make navigation system more reliable. Even though the research background may be unfamiliar with most listeners, I will try my best to make my lecture straight forward. </a:t>
            </a:r>
          </a:p>
          <a:p>
            <a:r>
              <a:rPr lang="en-US" altLang="zh-CN" dirty="0"/>
              <a:t>Navigation on Google map or autonomous driving system needs to know the position w.r.t. the road map, for the decision maker both human or algorithm, so they can know the exact time for turning. Free flow toll which is already carried on in Germany and Singapore, is relied on the correct trajectory to make sure the charge is fair enough. </a:t>
            </a:r>
            <a:endParaRPr lang="zh-CN" altLang="en-US" dirty="0"/>
          </a:p>
        </p:txBody>
      </p:sp>
      <p:sp>
        <p:nvSpPr>
          <p:cNvPr id="4" name="灯片编号占位符 3"/>
          <p:cNvSpPr>
            <a:spLocks noGrp="1"/>
          </p:cNvSpPr>
          <p:nvPr>
            <p:ph type="sldNum" sz="quarter" idx="5"/>
          </p:nvPr>
        </p:nvSpPr>
        <p:spPr/>
        <p:txBody>
          <a:bodyPr/>
          <a:lstStyle/>
          <a:p>
            <a:fld id="{08C068EB-61C5-4F52-BABD-7D11F1287294}" type="slidenum">
              <a:rPr lang="zh-CN" altLang="en-US" smtClean="0"/>
              <a:t>2</a:t>
            </a:fld>
            <a:endParaRPr lang="zh-CN" altLang="en-US"/>
          </a:p>
        </p:txBody>
      </p:sp>
    </p:spTree>
    <p:extLst>
      <p:ext uri="{BB962C8B-B14F-4D97-AF65-F5344CB8AC3E}">
        <p14:creationId xmlns:p14="http://schemas.microsoft.com/office/powerpoint/2010/main" val="1391358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However, GNSS can be misleading in many circumstances such as city canyon,  where non-line of sight signals and obstacles would affect the correctness of GNSS positioning, which is shown in the first and second picture. You can see huge bias of the trajectory, or even missing points due to signal obstacles.</a:t>
            </a:r>
          </a:p>
          <a:p>
            <a:r>
              <a:rPr lang="en-US" altLang="zh-CN" dirty="0"/>
              <a:t>Traditional reliability monitoring system is established to over bound the positioning error, which is called integrity monitor. The third picture shows an instance of this system. As the horizontal and vertical axis stands for errors and its guess respectively, dots under the black </a:t>
            </a:r>
            <a:r>
              <a:rPr lang="en-US" altLang="zh-CN" dirty="0" err="1"/>
              <a:t>diagnol</a:t>
            </a:r>
            <a:r>
              <a:rPr lang="en-US" altLang="zh-CN" dirty="0"/>
              <a:t> means misleading positions, while the opposite would trigger an alert, causing system unavailable. As shown in the figure, the performance can not meet the requirement in fore-mentioned applications. </a:t>
            </a:r>
            <a:br>
              <a:rPr lang="en-US" altLang="zh-CN" dirty="0"/>
            </a:br>
            <a:br>
              <a:rPr lang="en-US" altLang="zh-CN" dirty="0"/>
            </a:br>
            <a:endParaRPr lang="zh-CN" altLang="en-US" dirty="0"/>
          </a:p>
        </p:txBody>
      </p:sp>
      <p:sp>
        <p:nvSpPr>
          <p:cNvPr id="4" name="灯片编号占位符 3"/>
          <p:cNvSpPr>
            <a:spLocks noGrp="1"/>
          </p:cNvSpPr>
          <p:nvPr>
            <p:ph type="sldNum" sz="quarter" idx="5"/>
          </p:nvPr>
        </p:nvSpPr>
        <p:spPr/>
        <p:txBody>
          <a:bodyPr/>
          <a:lstStyle/>
          <a:p>
            <a:fld id="{08C068EB-61C5-4F52-BABD-7D11F1287294}" type="slidenum">
              <a:rPr lang="zh-CN" altLang="en-US" smtClean="0"/>
              <a:t>3</a:t>
            </a:fld>
            <a:endParaRPr lang="zh-CN" altLang="en-US"/>
          </a:p>
        </p:txBody>
      </p:sp>
    </p:spTree>
    <p:extLst>
      <p:ext uri="{BB962C8B-B14F-4D97-AF65-F5344CB8AC3E}">
        <p14:creationId xmlns:p14="http://schemas.microsoft.com/office/powerpoint/2010/main" val="1817944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solve the bias and missing points problem, more information is needed such as road network constraints. For vehicles can only travel alone the road, the black dots which is GNSS observations can be matched to nearby road segments to correct the bias and completing missing trajectory points. </a:t>
            </a:r>
          </a:p>
          <a:p>
            <a:r>
              <a:rPr lang="en-US" altLang="zh-CN" dirty="0"/>
              <a:t>For the example shown in figure, blue dots which stands for the possible position called candidates is generated by projecting the GNSS results to the roads, which consist the state space. </a:t>
            </a:r>
            <a:r>
              <a:rPr lang="en-US" altLang="zh-CN" sz="1200" b="0" i="0" kern="1200" dirty="0">
                <a:solidFill>
                  <a:schemeClr val="tx1"/>
                </a:solidFill>
                <a:effectLst/>
                <a:latin typeface="+mn-lt"/>
                <a:ea typeface="+mn-ea"/>
                <a:cs typeface="+mn-cs"/>
              </a:rPr>
              <a:t>By arranging and combining candidate points from each epoch in chronological order, we can generate multiple possible trajectories/paths, such as the two yellow lines illustrated in the figure.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The objective is thereby finding the most reasonable path given the observations of GNSS. This method is called map matching.</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By doing so, the quality of positioning is improved, and alerts will arise when the possibility of the path is low, which is the core contributions of this work.</a:t>
            </a:r>
          </a:p>
        </p:txBody>
      </p:sp>
      <p:sp>
        <p:nvSpPr>
          <p:cNvPr id="4" name="灯片编号占位符 3"/>
          <p:cNvSpPr>
            <a:spLocks noGrp="1"/>
          </p:cNvSpPr>
          <p:nvPr>
            <p:ph type="sldNum" sz="quarter" idx="5"/>
          </p:nvPr>
        </p:nvSpPr>
        <p:spPr/>
        <p:txBody>
          <a:bodyPr/>
          <a:lstStyle/>
          <a:p>
            <a:fld id="{08C068EB-61C5-4F52-BABD-7D11F1287294}" type="slidenum">
              <a:rPr lang="zh-CN" altLang="en-US" smtClean="0"/>
              <a:t>4</a:t>
            </a:fld>
            <a:endParaRPr lang="zh-CN" altLang="en-US"/>
          </a:p>
        </p:txBody>
      </p:sp>
    </p:spTree>
    <p:extLst>
      <p:ext uri="{BB962C8B-B14F-4D97-AF65-F5344CB8AC3E}">
        <p14:creationId xmlns:p14="http://schemas.microsoft.com/office/powerpoint/2010/main" val="4199884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Firstly, math. To find the optimal result, likelihood probability is defined as the conditional probability of the possible path given the observation series. The conditional probability can be expressed as the product of measurement probability and transfer probability. This is because the movement of vehicles travels from one segment to another follows the Markov process considering the road segment as state, meaning current state is only dependent to last state, and the GNSS observation is assumed to be only dependent to current state.</a:t>
            </a:r>
          </a:p>
          <a:p>
            <a:r>
              <a:rPr lang="en-US" altLang="zh-CN" dirty="0"/>
              <a:t>Now the optimal question becomes to finding the possible path which maximize the product of measurement probability and transfer probability, as indicated in the red and blue squares respectively.</a:t>
            </a:r>
            <a:br>
              <a:rPr lang="en-US" altLang="zh-CN" dirty="0"/>
            </a:br>
            <a:endParaRPr lang="zh-CN" altLang="en-US" dirty="0"/>
          </a:p>
        </p:txBody>
      </p:sp>
      <p:sp>
        <p:nvSpPr>
          <p:cNvPr id="4" name="灯片编号占位符 3"/>
          <p:cNvSpPr>
            <a:spLocks noGrp="1"/>
          </p:cNvSpPr>
          <p:nvPr>
            <p:ph type="sldNum" sz="quarter" idx="5"/>
          </p:nvPr>
        </p:nvSpPr>
        <p:spPr/>
        <p:txBody>
          <a:bodyPr/>
          <a:lstStyle/>
          <a:p>
            <a:fld id="{08C068EB-61C5-4F52-BABD-7D11F1287294}" type="slidenum">
              <a:rPr lang="zh-CN" altLang="en-US" smtClean="0"/>
              <a:t>5</a:t>
            </a:fld>
            <a:endParaRPr lang="zh-CN" altLang="en-US"/>
          </a:p>
        </p:txBody>
      </p:sp>
    </p:spTree>
    <p:extLst>
      <p:ext uri="{BB962C8B-B14F-4D97-AF65-F5344CB8AC3E}">
        <p14:creationId xmlns:p14="http://schemas.microsoft.com/office/powerpoint/2010/main" val="2380442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The next step is to derive the two mentioned probability. Measurement probabilities actually represents the error model of navigation sensors. In traditional map matching algorithm, one dimensional gaussian distribution is used based on the assumption of the positioning error follows zero mean gaussian distribution with fixed derivation. By contrast, a more accurate model exploiting the GNSS covariance matrix is developed in this research, makes the results better.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As shown in the figure, while traditional model, represented by the dashed circle, would indicate the yellow candidate as the most possible result, our model gives more confidence on the green candidate because of the ellipse feature of GNSS covariance, which is illustrated by the black line ellipse.</a:t>
            </a:r>
            <a:endParaRPr lang="zh-CN" altLang="en-US" dirty="0"/>
          </a:p>
        </p:txBody>
      </p:sp>
      <p:sp>
        <p:nvSpPr>
          <p:cNvPr id="4" name="灯片编号占位符 3"/>
          <p:cNvSpPr>
            <a:spLocks noGrp="1"/>
          </p:cNvSpPr>
          <p:nvPr>
            <p:ph type="sldNum" sz="quarter" idx="5"/>
          </p:nvPr>
        </p:nvSpPr>
        <p:spPr/>
        <p:txBody>
          <a:bodyPr/>
          <a:lstStyle/>
          <a:p>
            <a:fld id="{08C068EB-61C5-4F52-BABD-7D11F1287294}" type="slidenum">
              <a:rPr lang="zh-CN" altLang="en-US" smtClean="0"/>
              <a:t>6</a:t>
            </a:fld>
            <a:endParaRPr lang="zh-CN" altLang="en-US"/>
          </a:p>
        </p:txBody>
      </p:sp>
    </p:spTree>
    <p:extLst>
      <p:ext uri="{BB962C8B-B14F-4D97-AF65-F5344CB8AC3E}">
        <p14:creationId xmlns:p14="http://schemas.microsoft.com/office/powerpoint/2010/main" val="2698028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5F99-D829-21E2-59DE-839CC1E96F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10D44C-5503-D801-0AFC-AD69C1466B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04E0CC-7B78-5DBD-9AF0-8E5EC1C927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transition probability encodes driving behavior patterns. The nature of the behavior pattern is the preference on certain roads or expends avoidance both for time and cost. The transition probability is established as exponential distribution. Here the decision parameter is the difference of distance between neighboring GNSS measurements and the road distance of the vehicle needs to travel from one candidate to another. Beta is used as normalization factor to make the sum of probability equals to one.</a:t>
            </a:r>
            <a:endParaRPr lang="zh-CN" altLang="en-US" dirty="0"/>
          </a:p>
        </p:txBody>
      </p:sp>
      <p:sp>
        <p:nvSpPr>
          <p:cNvPr id="4" name="灯片编号占位符 3">
            <a:extLst>
              <a:ext uri="{FF2B5EF4-FFF2-40B4-BE49-F238E27FC236}">
                <a16:creationId xmlns:a16="http://schemas.microsoft.com/office/drawing/2014/main" id="{DFB6BE60-EF0D-CFFA-8BB8-77F920BC96A9}"/>
              </a:ext>
            </a:extLst>
          </p:cNvPr>
          <p:cNvSpPr>
            <a:spLocks noGrp="1"/>
          </p:cNvSpPr>
          <p:nvPr>
            <p:ph type="sldNum" sz="quarter" idx="5"/>
          </p:nvPr>
        </p:nvSpPr>
        <p:spPr/>
        <p:txBody>
          <a:bodyPr/>
          <a:lstStyle/>
          <a:p>
            <a:fld id="{08C068EB-61C5-4F52-BABD-7D11F1287294}" type="slidenum">
              <a:rPr lang="zh-CN" altLang="en-US" smtClean="0"/>
              <a:t>7</a:t>
            </a:fld>
            <a:endParaRPr lang="zh-CN" altLang="en-US"/>
          </a:p>
        </p:txBody>
      </p:sp>
    </p:spTree>
    <p:extLst>
      <p:ext uri="{BB962C8B-B14F-4D97-AF65-F5344CB8AC3E}">
        <p14:creationId xmlns:p14="http://schemas.microsoft.com/office/powerpoint/2010/main" val="2781739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By substituting the fore defined measurement probability and transition probability, the credibility, which is defined as the posterior probability of the path, can be obtained in iterative form.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For the example given in previous slides, all possible transfer paths are listed on the left. The objective now is to calculate the credibility of each path and choose one with the maximum probability. The problem now is pretty straight forward.</a:t>
            </a:r>
            <a:endParaRPr lang="zh-CN" altLang="en-US" dirty="0"/>
          </a:p>
        </p:txBody>
      </p:sp>
      <p:sp>
        <p:nvSpPr>
          <p:cNvPr id="4" name="灯片编号占位符 3"/>
          <p:cNvSpPr>
            <a:spLocks noGrp="1"/>
          </p:cNvSpPr>
          <p:nvPr>
            <p:ph type="sldNum" sz="quarter" idx="5"/>
          </p:nvPr>
        </p:nvSpPr>
        <p:spPr/>
        <p:txBody>
          <a:bodyPr/>
          <a:lstStyle/>
          <a:p>
            <a:fld id="{08C068EB-61C5-4F52-BABD-7D11F1287294}" type="slidenum">
              <a:rPr lang="zh-CN" altLang="en-US" smtClean="0"/>
              <a:t>8</a:t>
            </a:fld>
            <a:endParaRPr lang="zh-CN" altLang="en-US"/>
          </a:p>
        </p:txBody>
      </p:sp>
    </p:spTree>
    <p:extLst>
      <p:ext uri="{BB962C8B-B14F-4D97-AF65-F5344CB8AC3E}">
        <p14:creationId xmlns:p14="http://schemas.microsoft.com/office/powerpoint/2010/main" val="3881711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However, if the exhaustive search is deployed, the time consuming would be unacceptable. By O order expression, the complexity of would be the n factorial.</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the dynamic programming algorithm called Viterbi is used to find the most optimal results. the complexity of this method can lead to a complexity of n square, meaning a real-time level.</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8C068EB-61C5-4F52-BABD-7D11F1287294}" type="slidenum">
              <a:rPr lang="zh-CN" altLang="en-US" smtClean="0"/>
              <a:t>9</a:t>
            </a:fld>
            <a:endParaRPr lang="zh-CN" altLang="en-US"/>
          </a:p>
        </p:txBody>
      </p:sp>
    </p:spTree>
    <p:extLst>
      <p:ext uri="{BB962C8B-B14F-4D97-AF65-F5344CB8AC3E}">
        <p14:creationId xmlns:p14="http://schemas.microsoft.com/office/powerpoint/2010/main" val="992804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98120-DB3A-120D-E2F3-58441AF561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9D6F89-39C2-AAD2-7268-86CBCF6E07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FDA499-3092-7985-9D6A-7C2A7455F913}"/>
              </a:ext>
            </a:extLst>
          </p:cNvPr>
          <p:cNvSpPr>
            <a:spLocks noGrp="1"/>
          </p:cNvSpPr>
          <p:nvPr>
            <p:ph type="body" idx="1"/>
          </p:nvPr>
        </p:nvSpPr>
        <p:spPr/>
        <p:txBody>
          <a:bodyPr/>
          <a:lstStyle/>
          <a:p>
            <a:pPr marL="0" marR="0" lvl="0" indent="266700" algn="just"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the detailed process of the Viterbi algorithm. Assuming there are three candidates in the first epoch with two candidates following in the next epoch, causing six transfer groups in total. Firstly, we list the transition matrix of the two neighboring epoch. Filling all the blanks, the transition path terminated at each candidates in the second epoch with maximum credibility can be determined. Here the optimal path is highlighted in red. Then, a branch pruning is carried, keeping only two optimal path for each candidate. This means a</a:t>
            </a:r>
            <a:r>
              <a:rPr lang="en-US" altLang="zh-CN" sz="1800" dirty="0"/>
              <a:t>t each epoch, find the path from candidates of last epoch which would reach current candidate with highest confidence probability.</a:t>
            </a:r>
          </a:p>
          <a:p>
            <a:pPr indent="266700"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FE26A51-E3F4-EE32-0590-62B6FB1C55B6}"/>
              </a:ext>
            </a:extLst>
          </p:cNvPr>
          <p:cNvSpPr>
            <a:spLocks noGrp="1"/>
          </p:cNvSpPr>
          <p:nvPr>
            <p:ph type="sldNum" sz="quarter" idx="5"/>
          </p:nvPr>
        </p:nvSpPr>
        <p:spPr/>
        <p:txBody>
          <a:bodyPr/>
          <a:lstStyle/>
          <a:p>
            <a:fld id="{08C068EB-61C5-4F52-BABD-7D11F1287294}" type="slidenum">
              <a:rPr lang="zh-CN" altLang="en-US" smtClean="0"/>
              <a:t>10</a:t>
            </a:fld>
            <a:endParaRPr lang="zh-CN" altLang="en-US"/>
          </a:p>
        </p:txBody>
      </p:sp>
    </p:spTree>
    <p:extLst>
      <p:ext uri="{BB962C8B-B14F-4D97-AF65-F5344CB8AC3E}">
        <p14:creationId xmlns:p14="http://schemas.microsoft.com/office/powerpoint/2010/main" val="1244137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98120-DB3A-120D-E2F3-58441AF561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9D6F89-39C2-AAD2-7268-86CBCF6E07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FDA499-3092-7985-9D6A-7C2A7455F913}"/>
              </a:ext>
            </a:extLst>
          </p:cNvPr>
          <p:cNvSpPr>
            <a:spLocks noGrp="1"/>
          </p:cNvSpPr>
          <p:nvPr>
            <p:ph type="body" idx="1"/>
          </p:nvPr>
        </p:nvSpPr>
        <p:spPr/>
        <p:txBody>
          <a:bodyPr/>
          <a:lstStyle/>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However, pruning causes the sum of the probability doesn’t equal to one. A normalization process is needed to make the credibility valid.</a:t>
            </a:r>
            <a:r>
              <a:rPr lang="en-US" altLang="zh-CN" sz="1800" dirty="0"/>
              <a:t> For the remaining candidate states, credibility would be divided by normalization factor, which is the sum of all likelihood probability. Up to now, the detailed process of proposed map matching and credibility calculation is done.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FE26A51-E3F4-EE32-0590-62B6FB1C55B6}"/>
              </a:ext>
            </a:extLst>
          </p:cNvPr>
          <p:cNvSpPr>
            <a:spLocks noGrp="1"/>
          </p:cNvSpPr>
          <p:nvPr>
            <p:ph type="sldNum" sz="quarter" idx="5"/>
          </p:nvPr>
        </p:nvSpPr>
        <p:spPr/>
        <p:txBody>
          <a:bodyPr/>
          <a:lstStyle/>
          <a:p>
            <a:fld id="{08C068EB-61C5-4F52-BABD-7D11F1287294}" type="slidenum">
              <a:rPr lang="zh-CN" altLang="en-US" smtClean="0"/>
              <a:t>11</a:t>
            </a:fld>
            <a:endParaRPr lang="zh-CN" altLang="en-US"/>
          </a:p>
        </p:txBody>
      </p:sp>
    </p:spTree>
    <p:extLst>
      <p:ext uri="{BB962C8B-B14F-4D97-AF65-F5344CB8AC3E}">
        <p14:creationId xmlns:p14="http://schemas.microsoft.com/office/powerpoint/2010/main" val="3137070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a framework of proposed algorithm. Inputs includes the map file containing the graph a road network and trajectories. By resampling and preprocessing, GNSS observation is matched to the roads to get candidates, thus obtain the transfer probability and measurement probability. Finally, Viterbi algorithm is carried, which outputs the optimal path with corresponding probability.</a:t>
            </a:r>
          </a:p>
        </p:txBody>
      </p:sp>
      <p:sp>
        <p:nvSpPr>
          <p:cNvPr id="4" name="灯片编号占位符 3"/>
          <p:cNvSpPr>
            <a:spLocks noGrp="1"/>
          </p:cNvSpPr>
          <p:nvPr>
            <p:ph type="sldNum" sz="quarter" idx="5"/>
          </p:nvPr>
        </p:nvSpPr>
        <p:spPr/>
        <p:txBody>
          <a:bodyPr/>
          <a:lstStyle/>
          <a:p>
            <a:fld id="{08C068EB-61C5-4F52-BABD-7D11F1287294}" type="slidenum">
              <a:rPr lang="zh-CN" altLang="en-US" smtClean="0"/>
              <a:t>12</a:t>
            </a:fld>
            <a:endParaRPr lang="zh-CN" altLang="en-US"/>
          </a:p>
        </p:txBody>
      </p:sp>
    </p:spTree>
    <p:extLst>
      <p:ext uri="{BB962C8B-B14F-4D97-AF65-F5344CB8AC3E}">
        <p14:creationId xmlns:p14="http://schemas.microsoft.com/office/powerpoint/2010/main" val="1451241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Our algorithm shows better performance in the dataset of a 2-hour real vehicle test in shanghai, with 1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herz</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sampling rates. There’s less mis-matching events and higher credibility probability as shown in the right.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8C068EB-61C5-4F52-BABD-7D11F1287294}" type="slidenum">
              <a:rPr lang="zh-CN" altLang="en-US" smtClean="0"/>
              <a:t>13</a:t>
            </a:fld>
            <a:endParaRPr lang="zh-CN" altLang="en-US"/>
          </a:p>
        </p:txBody>
      </p:sp>
    </p:spTree>
    <p:extLst>
      <p:ext uri="{BB962C8B-B14F-4D97-AF65-F5344CB8AC3E}">
        <p14:creationId xmlns:p14="http://schemas.microsoft.com/office/powerpoint/2010/main" val="2612970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Further we will explore more information such as inertial navigation system, doppler shifts and so on. That’s all for my presentation, Thank you for listening!</a:t>
            </a:r>
            <a:endParaRPr lang="zh-CN" altLang="en-US" dirty="0"/>
          </a:p>
        </p:txBody>
      </p:sp>
      <p:sp>
        <p:nvSpPr>
          <p:cNvPr id="4" name="Slide Number Placeholder 3"/>
          <p:cNvSpPr>
            <a:spLocks noGrp="1"/>
          </p:cNvSpPr>
          <p:nvPr>
            <p:ph type="sldNum" sz="quarter" idx="5"/>
          </p:nvPr>
        </p:nvSpPr>
        <p:spPr/>
        <p:txBody>
          <a:bodyPr/>
          <a:lstStyle/>
          <a:p>
            <a:fld id="{AA8AA927-0737-422F-ABE2-F0D25CE75D62}" type="slidenum">
              <a:rPr lang="zh-CN" altLang="en-US" smtClean="0"/>
              <a:t>14</a:t>
            </a:fld>
            <a:endParaRPr lang="zh-CN" altLang="en-US"/>
          </a:p>
        </p:txBody>
      </p:sp>
    </p:spTree>
    <p:extLst>
      <p:ext uri="{BB962C8B-B14F-4D97-AF65-F5344CB8AC3E}">
        <p14:creationId xmlns:p14="http://schemas.microsoft.com/office/powerpoint/2010/main" val="30315699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
    <p:spTree>
      <p:nvGrpSpPr>
        <p:cNvPr id="1" name=""/>
        <p:cNvGrpSpPr/>
        <p:nvPr/>
      </p:nvGrpSpPr>
      <p:grpSpPr>
        <a:xfrm>
          <a:off x="0" y="0"/>
          <a:ext cx="0" cy="0"/>
          <a:chOff x="0" y="0"/>
          <a:chExt cx="0" cy="0"/>
        </a:xfrm>
      </p:grpSpPr>
      <p:sp>
        <p:nvSpPr>
          <p:cNvPr id="3" name="Rectangle 5"/>
          <p:cNvSpPr>
            <a:spLocks noChangeArrowheads="1"/>
          </p:cNvSpPr>
          <p:nvPr/>
        </p:nvSpPr>
        <p:spPr bwMode="auto">
          <a:xfrm>
            <a:off x="25401" y="114300"/>
            <a:ext cx="2806700" cy="790575"/>
          </a:xfrm>
          <a:prstGeom prst="rect">
            <a:avLst/>
          </a:prstGeom>
          <a:solidFill>
            <a:schemeClr val="bg1"/>
          </a:solidFill>
          <a:ln w="9525">
            <a:solidFill>
              <a:schemeClr val="bg1"/>
            </a:solidFill>
            <a:miter lim="800000"/>
            <a:headEnd/>
            <a:tailEnd/>
          </a:ln>
        </p:spPr>
        <p:txBody>
          <a:bodyPr wrap="none" anchor="ctr"/>
          <a:lstStyle>
            <a:lvl1pPr eaLnBrk="0" hangingPunct="0">
              <a:lnSpc>
                <a:spcPct val="80000"/>
              </a:lnSpc>
              <a:spcBef>
                <a:spcPct val="50000"/>
              </a:spcBef>
              <a:buSzPct val="75000"/>
              <a:buChar char="•"/>
              <a:defRPr>
                <a:solidFill>
                  <a:schemeClr val="tx1"/>
                </a:solidFill>
                <a:latin typeface="Calibri" pitchFamily="34" charset="0"/>
                <a:cs typeface="Arial" pitchFamily="34" charset="0"/>
              </a:defRPr>
            </a:lvl1pPr>
            <a:lvl2pPr marL="742950" indent="-285750" eaLnBrk="0" hangingPunct="0">
              <a:lnSpc>
                <a:spcPct val="80000"/>
              </a:lnSpc>
              <a:spcBef>
                <a:spcPct val="50000"/>
              </a:spcBef>
              <a:buSzPct val="75000"/>
              <a:buChar char="•"/>
              <a:defRPr>
                <a:solidFill>
                  <a:schemeClr val="tx1"/>
                </a:solidFill>
                <a:latin typeface="Calibri" pitchFamily="34" charset="0"/>
                <a:cs typeface="Arial" pitchFamily="34" charset="0"/>
              </a:defRPr>
            </a:lvl2pPr>
            <a:lvl3pPr marL="11430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3pPr>
            <a:lvl4pPr marL="16002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4pPr>
            <a:lvl5pPr marL="20574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5pPr>
            <a:lvl6pPr marL="25146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6pPr>
            <a:lvl7pPr marL="29718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7pPr>
            <a:lvl8pPr marL="34290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8pPr>
            <a:lvl9pPr marL="38862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9pPr>
          </a:lstStyle>
          <a:p>
            <a:pPr algn="ctr">
              <a:lnSpc>
                <a:spcPct val="100000"/>
              </a:lnSpc>
              <a:spcBef>
                <a:spcPct val="0"/>
              </a:spcBef>
              <a:buSzTx/>
              <a:buFontTx/>
              <a:buNone/>
              <a:defRPr/>
            </a:pPr>
            <a:endParaRPr lang="en-US" altLang="en-US" sz="2000" b="1" i="1">
              <a:latin typeface="Arial" pitchFamily="34" charset="0"/>
              <a:ea typeface="ＭＳ Ｐゴシック"/>
              <a:cs typeface="ＭＳ Ｐゴシック"/>
            </a:endParaRPr>
          </a:p>
        </p:txBody>
      </p:sp>
      <p:sp>
        <p:nvSpPr>
          <p:cNvPr id="4" name="文本占位符 11">
            <a:extLst>
              <a:ext uri="{FF2B5EF4-FFF2-40B4-BE49-F238E27FC236}">
                <a16:creationId xmlns:a16="http://schemas.microsoft.com/office/drawing/2014/main" id="{B6BC7CFF-1EFF-433B-83E3-2D31A43EE7E5}"/>
              </a:ext>
            </a:extLst>
          </p:cNvPr>
          <p:cNvSpPr>
            <a:spLocks noGrp="1"/>
          </p:cNvSpPr>
          <p:nvPr>
            <p:ph type="body" sz="quarter" idx="10"/>
          </p:nvPr>
        </p:nvSpPr>
        <p:spPr>
          <a:xfrm>
            <a:off x="1043323" y="1412776"/>
            <a:ext cx="10105354" cy="4752528"/>
          </a:xfrm>
        </p:spPr>
        <p:txBody>
          <a:bodyPr/>
          <a:lstStyle>
            <a:lvl1pPr marL="0" indent="0">
              <a:buNone/>
              <a:defRPr sz="4400" b="1">
                <a:solidFill>
                  <a:schemeClr val="tx1"/>
                </a:solidFill>
                <a:latin typeface="+mj-lt"/>
              </a:defRPr>
            </a:lvl1pPr>
          </a:lstStyle>
          <a:p>
            <a:pPr lvl="0"/>
            <a:r>
              <a:rPr lang="zh-CN" altLang="en-US"/>
              <a:t>单击此处编辑母版文本样式</a:t>
            </a:r>
          </a:p>
        </p:txBody>
      </p:sp>
      <p:pic>
        <p:nvPicPr>
          <p:cNvPr id="8" name="Picture 7">
            <a:extLst>
              <a:ext uri="{FF2B5EF4-FFF2-40B4-BE49-F238E27FC236}">
                <a16:creationId xmlns:a16="http://schemas.microsoft.com/office/drawing/2014/main" id="{91A817EE-32D8-44DA-92FE-176FDBA9CF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301" y="162494"/>
            <a:ext cx="3680467" cy="960122"/>
          </a:xfrm>
          <a:prstGeom prst="rect">
            <a:avLst/>
          </a:prstGeom>
        </p:spPr>
      </p:pic>
      <p:grpSp>
        <p:nvGrpSpPr>
          <p:cNvPr id="9" name="Group 5">
            <a:extLst>
              <a:ext uri="{FF2B5EF4-FFF2-40B4-BE49-F238E27FC236}">
                <a16:creationId xmlns:a16="http://schemas.microsoft.com/office/drawing/2014/main" id="{A67C55A2-6321-4EBC-82D8-AD3326F7F697}"/>
              </a:ext>
            </a:extLst>
          </p:cNvPr>
          <p:cNvGrpSpPr>
            <a:grpSpLocks/>
          </p:cNvGrpSpPr>
          <p:nvPr/>
        </p:nvGrpSpPr>
        <p:grpSpPr bwMode="auto">
          <a:xfrm>
            <a:off x="7897767" y="200451"/>
            <a:ext cx="4174897" cy="884207"/>
            <a:chOff x="0" y="0"/>
            <a:chExt cx="2902937" cy="625068"/>
          </a:xfrm>
        </p:grpSpPr>
        <p:pic>
          <p:nvPicPr>
            <p:cNvPr id="10" name="Picture 2">
              <a:extLst>
                <a:ext uri="{FF2B5EF4-FFF2-40B4-BE49-F238E27FC236}">
                  <a16:creationId xmlns:a16="http://schemas.microsoft.com/office/drawing/2014/main" id="{D8504BC0-BE68-4499-9BEB-32305F9CAB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1" y="0"/>
              <a:ext cx="1439565" cy="48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A65713DA-3024-4461-B20D-7A502CE0B5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3850" y="1587"/>
              <a:ext cx="1439564" cy="47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8">
              <a:extLst>
                <a:ext uri="{FF2B5EF4-FFF2-40B4-BE49-F238E27FC236}">
                  <a16:creationId xmlns:a16="http://schemas.microsoft.com/office/drawing/2014/main" id="{8E98FA9E-4553-4D36-A1FE-4DA67A0BD09F}"/>
                </a:ext>
              </a:extLst>
            </p:cNvPr>
            <p:cNvGrpSpPr>
              <a:grpSpLocks/>
            </p:cNvGrpSpPr>
            <p:nvPr/>
          </p:nvGrpSpPr>
          <p:grpSpPr bwMode="auto">
            <a:xfrm>
              <a:off x="0" y="480700"/>
              <a:ext cx="2902937" cy="144368"/>
              <a:chOff x="0" y="0"/>
              <a:chExt cx="2902937" cy="144368"/>
            </a:xfrm>
          </p:grpSpPr>
          <p:sp>
            <p:nvSpPr>
              <p:cNvPr id="13" name="Text Box 15">
                <a:extLst>
                  <a:ext uri="{FF2B5EF4-FFF2-40B4-BE49-F238E27FC236}">
                    <a16:creationId xmlns:a16="http://schemas.microsoft.com/office/drawing/2014/main" id="{FE217573-5DBC-44C2-BD1B-AF78458ABCFE}"/>
                  </a:ext>
                </a:extLst>
              </p:cNvPr>
              <p:cNvSpPr txBox="1">
                <a:spLocks noChangeArrowheads="1"/>
              </p:cNvSpPr>
              <p:nvPr/>
            </p:nvSpPr>
            <p:spPr bwMode="auto">
              <a:xfrm>
                <a:off x="0"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1896</a:t>
                </a:r>
              </a:p>
            </p:txBody>
          </p:sp>
          <p:sp>
            <p:nvSpPr>
              <p:cNvPr id="14" name="Text Box 16">
                <a:extLst>
                  <a:ext uri="{FF2B5EF4-FFF2-40B4-BE49-F238E27FC236}">
                    <a16:creationId xmlns:a16="http://schemas.microsoft.com/office/drawing/2014/main" id="{B963FF5F-A0D4-437E-B8F4-8F53BB9B1048}"/>
                  </a:ext>
                </a:extLst>
              </p:cNvPr>
              <p:cNvSpPr txBox="1">
                <a:spLocks noChangeArrowheads="1"/>
              </p:cNvSpPr>
              <p:nvPr/>
            </p:nvSpPr>
            <p:spPr bwMode="auto">
              <a:xfrm>
                <a:off x="722163"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1920</a:t>
                </a:r>
              </a:p>
            </p:txBody>
          </p:sp>
          <p:sp>
            <p:nvSpPr>
              <p:cNvPr id="15" name="Text Box 17">
                <a:extLst>
                  <a:ext uri="{FF2B5EF4-FFF2-40B4-BE49-F238E27FC236}">
                    <a16:creationId xmlns:a16="http://schemas.microsoft.com/office/drawing/2014/main" id="{8E11AA32-FEE4-4E7D-BDFE-E38D9DA49E50}"/>
                  </a:ext>
                </a:extLst>
              </p:cNvPr>
              <p:cNvSpPr txBox="1">
                <a:spLocks noChangeArrowheads="1"/>
              </p:cNvSpPr>
              <p:nvPr/>
            </p:nvSpPr>
            <p:spPr bwMode="auto">
              <a:xfrm>
                <a:off x="1449087"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1987</a:t>
                </a:r>
              </a:p>
            </p:txBody>
          </p:sp>
          <p:sp>
            <p:nvSpPr>
              <p:cNvPr id="16" name="Text Box 18">
                <a:extLst>
                  <a:ext uri="{FF2B5EF4-FFF2-40B4-BE49-F238E27FC236}">
                    <a16:creationId xmlns:a16="http://schemas.microsoft.com/office/drawing/2014/main" id="{08428D61-E57C-439A-A81D-B59131FB4F05}"/>
                  </a:ext>
                </a:extLst>
              </p:cNvPr>
              <p:cNvSpPr txBox="1">
                <a:spLocks noChangeArrowheads="1"/>
              </p:cNvSpPr>
              <p:nvPr/>
            </p:nvSpPr>
            <p:spPr bwMode="auto">
              <a:xfrm>
                <a:off x="2176012"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2006</a:t>
                </a:r>
              </a:p>
            </p:txBody>
          </p:sp>
        </p:grpSp>
      </p:grpSp>
      <p:pic>
        <p:nvPicPr>
          <p:cNvPr id="5" name="Picture 4">
            <a:extLst>
              <a:ext uri="{FF2B5EF4-FFF2-40B4-BE49-F238E27FC236}">
                <a16:creationId xmlns:a16="http://schemas.microsoft.com/office/drawing/2014/main" id="{01F0754F-C210-4C33-B59E-F6FE90E945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10366" y="5070515"/>
            <a:ext cx="1716296" cy="1716944"/>
          </a:xfrm>
          <a:prstGeom prst="rect">
            <a:avLst/>
          </a:prstGeom>
        </p:spPr>
      </p:pic>
      <p:pic>
        <p:nvPicPr>
          <p:cNvPr id="18" name="Picture 3">
            <a:extLst>
              <a:ext uri="{FF2B5EF4-FFF2-40B4-BE49-F238E27FC236}">
                <a16:creationId xmlns:a16="http://schemas.microsoft.com/office/drawing/2014/main" id="{5E9BC07B-8C53-4DFD-BAFC-763779AEA0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6694" y="5755253"/>
            <a:ext cx="2579322" cy="82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4293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609600" y="1303940"/>
            <a:ext cx="10972800" cy="5316920"/>
          </a:xfrm>
        </p:spPr>
        <p:txBody>
          <a:bodyPr/>
          <a:lstStyle>
            <a:lvl1pPr>
              <a:defRPr sz="3000"/>
            </a:lvl1pPr>
            <a:lvl2pPr>
              <a:defRPr sz="2200"/>
            </a:lvl2pPr>
            <a:lvl3pPr>
              <a:defRPr sz="1900"/>
            </a:lvl3pPr>
            <a:lvl4pPr>
              <a:defRPr sz="1600"/>
            </a:lvl4pPr>
            <a:lvl5pPr>
              <a:defRPr sz="16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3005316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3935760" y="0"/>
            <a:ext cx="8030344" cy="1052736"/>
          </a:xfrm>
        </p:spPr>
        <p:txBody>
          <a:bodyPr/>
          <a:lstStyle/>
          <a:p>
            <a:r>
              <a:rPr lang="zh-CN" altLang="en-US"/>
              <a:t>单击此处编辑母版标题样式</a:t>
            </a:r>
            <a:endParaRPr lang="en-US" dirty="0"/>
          </a:p>
        </p:txBody>
      </p:sp>
      <p:sp>
        <p:nvSpPr>
          <p:cNvPr id="3" name="Text Placeholder 2"/>
          <p:cNvSpPr>
            <a:spLocks noGrp="1"/>
          </p:cNvSpPr>
          <p:nvPr>
            <p:ph type="body" sz="half" idx="1"/>
          </p:nvPr>
        </p:nvSpPr>
        <p:spPr>
          <a:xfrm>
            <a:off x="609600" y="1511300"/>
            <a:ext cx="5384800" cy="4902200"/>
          </a:xfrm>
        </p:spPr>
        <p:txBody>
          <a:bodyPr/>
          <a:lstStyle>
            <a:lvl1pPr>
              <a:defRPr sz="3000"/>
            </a:lvl1pPr>
            <a:lvl2pPr>
              <a:defRPr sz="221900"/>
            </a:lvl2pPr>
            <a:lvl3pPr>
              <a:defRPr sz="2200"/>
            </a:lvl3pPr>
            <a:lvl4pPr>
              <a:defRPr sz="1900"/>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p:txBody>
      </p:sp>
      <p:sp>
        <p:nvSpPr>
          <p:cNvPr id="4" name="Content Placeholder 3"/>
          <p:cNvSpPr>
            <a:spLocks noGrp="1"/>
          </p:cNvSpPr>
          <p:nvPr>
            <p:ph sz="half" idx="2"/>
          </p:nvPr>
        </p:nvSpPr>
        <p:spPr>
          <a:xfrm>
            <a:off x="6197600" y="1511300"/>
            <a:ext cx="5384800" cy="4902200"/>
          </a:xfrm>
        </p:spPr>
        <p:txBody>
          <a:bodyPr/>
          <a:lstStyle>
            <a:lvl1pPr>
              <a:defRPr sz="3000"/>
            </a:lvl1pPr>
            <a:lvl2pPr>
              <a:defRPr sz="2200"/>
            </a:lvl2pPr>
            <a:lvl3pPr>
              <a:defRPr sz="1900"/>
            </a:lvl3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1327978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文本占位符 11">
            <a:extLst>
              <a:ext uri="{FF2B5EF4-FFF2-40B4-BE49-F238E27FC236}">
                <a16:creationId xmlns:a16="http://schemas.microsoft.com/office/drawing/2014/main" id="{C83A1C55-A00C-4A84-938C-D74A945AC28D}"/>
              </a:ext>
            </a:extLst>
          </p:cNvPr>
          <p:cNvSpPr>
            <a:spLocks noGrp="1"/>
          </p:cNvSpPr>
          <p:nvPr>
            <p:ph type="body" sz="quarter" idx="10"/>
          </p:nvPr>
        </p:nvSpPr>
        <p:spPr>
          <a:xfrm>
            <a:off x="814486" y="2420888"/>
            <a:ext cx="10563027" cy="2664295"/>
          </a:xfrm>
        </p:spPr>
        <p:txBody>
          <a:bodyPr/>
          <a:lstStyle>
            <a:lvl1pPr marL="0" indent="0">
              <a:buNone/>
              <a:defRPr sz="4000" b="1">
                <a:latin typeface="+mj-lt"/>
              </a:defRPr>
            </a:lvl1pPr>
          </a:lstStyle>
          <a:p>
            <a:pPr lvl="0"/>
            <a:r>
              <a:rPr lang="zh-CN" altLang="en-US"/>
              <a:t>单击此处编辑母版文本样式</a:t>
            </a:r>
          </a:p>
        </p:txBody>
      </p:sp>
    </p:spTree>
    <p:extLst>
      <p:ext uri="{BB962C8B-B14F-4D97-AF65-F5344CB8AC3E}">
        <p14:creationId xmlns:p14="http://schemas.microsoft.com/office/powerpoint/2010/main" val="2521371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Slide">
    <p:spTree>
      <p:nvGrpSpPr>
        <p:cNvPr id="1" name=""/>
        <p:cNvGrpSpPr/>
        <p:nvPr/>
      </p:nvGrpSpPr>
      <p:grpSpPr>
        <a:xfrm>
          <a:off x="0" y="0"/>
          <a:ext cx="0" cy="0"/>
          <a:chOff x="0" y="0"/>
          <a:chExt cx="0" cy="0"/>
        </a:xfrm>
      </p:grpSpPr>
      <p:pic>
        <p:nvPicPr>
          <p:cNvPr id="17" name="Picture 3">
            <a:extLst>
              <a:ext uri="{FF2B5EF4-FFF2-40B4-BE49-F238E27FC236}">
                <a16:creationId xmlns:a16="http://schemas.microsoft.com/office/drawing/2014/main" id="{32BF2B49-3465-4D25-810C-B8D3D1235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2404" y="5874763"/>
            <a:ext cx="2579322" cy="82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5"/>
          <p:cNvSpPr>
            <a:spLocks noChangeArrowheads="1"/>
          </p:cNvSpPr>
          <p:nvPr/>
        </p:nvSpPr>
        <p:spPr bwMode="auto">
          <a:xfrm>
            <a:off x="25401" y="114300"/>
            <a:ext cx="2806700" cy="790575"/>
          </a:xfrm>
          <a:prstGeom prst="rect">
            <a:avLst/>
          </a:prstGeom>
          <a:solidFill>
            <a:schemeClr val="bg1"/>
          </a:solidFill>
          <a:ln w="9525">
            <a:solidFill>
              <a:schemeClr val="bg1"/>
            </a:solidFill>
            <a:miter lim="800000"/>
            <a:headEnd/>
            <a:tailEnd/>
          </a:ln>
        </p:spPr>
        <p:txBody>
          <a:bodyPr wrap="none" anchor="ctr"/>
          <a:lstStyle>
            <a:lvl1pPr eaLnBrk="0" hangingPunct="0">
              <a:lnSpc>
                <a:spcPct val="80000"/>
              </a:lnSpc>
              <a:spcBef>
                <a:spcPct val="50000"/>
              </a:spcBef>
              <a:buSzPct val="75000"/>
              <a:buChar char="•"/>
              <a:defRPr>
                <a:solidFill>
                  <a:schemeClr val="tx1"/>
                </a:solidFill>
                <a:latin typeface="Calibri" pitchFamily="34" charset="0"/>
                <a:cs typeface="Arial" pitchFamily="34" charset="0"/>
              </a:defRPr>
            </a:lvl1pPr>
            <a:lvl2pPr marL="742950" indent="-285750" eaLnBrk="0" hangingPunct="0">
              <a:lnSpc>
                <a:spcPct val="80000"/>
              </a:lnSpc>
              <a:spcBef>
                <a:spcPct val="50000"/>
              </a:spcBef>
              <a:buSzPct val="75000"/>
              <a:buChar char="•"/>
              <a:defRPr>
                <a:solidFill>
                  <a:schemeClr val="tx1"/>
                </a:solidFill>
                <a:latin typeface="Calibri" pitchFamily="34" charset="0"/>
                <a:cs typeface="Arial" pitchFamily="34" charset="0"/>
              </a:defRPr>
            </a:lvl2pPr>
            <a:lvl3pPr marL="11430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3pPr>
            <a:lvl4pPr marL="16002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4pPr>
            <a:lvl5pPr marL="20574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5pPr>
            <a:lvl6pPr marL="25146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6pPr>
            <a:lvl7pPr marL="29718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7pPr>
            <a:lvl8pPr marL="34290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8pPr>
            <a:lvl9pPr marL="38862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9pPr>
          </a:lstStyle>
          <a:p>
            <a:pPr algn="ctr">
              <a:lnSpc>
                <a:spcPct val="100000"/>
              </a:lnSpc>
              <a:spcBef>
                <a:spcPct val="0"/>
              </a:spcBef>
              <a:buSzTx/>
              <a:buFontTx/>
              <a:buNone/>
              <a:defRPr/>
            </a:pPr>
            <a:endParaRPr lang="en-US" altLang="en-US" sz="2000" b="1" i="1">
              <a:latin typeface="Arial" pitchFamily="34" charset="0"/>
              <a:ea typeface="ＭＳ Ｐゴシック"/>
              <a:cs typeface="ＭＳ Ｐゴシック"/>
            </a:endParaRPr>
          </a:p>
        </p:txBody>
      </p:sp>
      <p:sp>
        <p:nvSpPr>
          <p:cNvPr id="4" name="文本占位符 11">
            <a:extLst>
              <a:ext uri="{FF2B5EF4-FFF2-40B4-BE49-F238E27FC236}">
                <a16:creationId xmlns:a16="http://schemas.microsoft.com/office/drawing/2014/main" id="{B6BC7CFF-1EFF-433B-83E3-2D31A43EE7E5}"/>
              </a:ext>
            </a:extLst>
          </p:cNvPr>
          <p:cNvSpPr>
            <a:spLocks noGrp="1"/>
          </p:cNvSpPr>
          <p:nvPr>
            <p:ph type="body" sz="quarter" idx="10"/>
          </p:nvPr>
        </p:nvSpPr>
        <p:spPr>
          <a:xfrm>
            <a:off x="1043323" y="1412776"/>
            <a:ext cx="10105354" cy="4752528"/>
          </a:xfrm>
        </p:spPr>
        <p:txBody>
          <a:bodyPr/>
          <a:lstStyle>
            <a:lvl1pPr marL="0" indent="0">
              <a:buNone/>
              <a:defRPr sz="4400" b="1">
                <a:solidFill>
                  <a:schemeClr val="tx1"/>
                </a:solidFill>
                <a:latin typeface="+mj-lt"/>
              </a:defRPr>
            </a:lvl1pPr>
          </a:lstStyle>
          <a:p>
            <a:pPr lvl="0"/>
            <a:r>
              <a:rPr lang="zh-CN" altLang="en-US"/>
              <a:t>单击此处编辑母版文本样式</a:t>
            </a:r>
          </a:p>
        </p:txBody>
      </p:sp>
      <p:pic>
        <p:nvPicPr>
          <p:cNvPr id="8" name="Picture 7">
            <a:extLst>
              <a:ext uri="{FF2B5EF4-FFF2-40B4-BE49-F238E27FC236}">
                <a16:creationId xmlns:a16="http://schemas.microsoft.com/office/drawing/2014/main" id="{91A817EE-32D8-44DA-92FE-176FDBA9CF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301" y="162494"/>
            <a:ext cx="3680467" cy="960122"/>
          </a:xfrm>
          <a:prstGeom prst="rect">
            <a:avLst/>
          </a:prstGeom>
        </p:spPr>
      </p:pic>
      <p:grpSp>
        <p:nvGrpSpPr>
          <p:cNvPr id="9" name="Group 5">
            <a:extLst>
              <a:ext uri="{FF2B5EF4-FFF2-40B4-BE49-F238E27FC236}">
                <a16:creationId xmlns:a16="http://schemas.microsoft.com/office/drawing/2014/main" id="{A67C55A2-6321-4EBC-82D8-AD3326F7F697}"/>
              </a:ext>
            </a:extLst>
          </p:cNvPr>
          <p:cNvGrpSpPr>
            <a:grpSpLocks/>
          </p:cNvGrpSpPr>
          <p:nvPr/>
        </p:nvGrpSpPr>
        <p:grpSpPr bwMode="auto">
          <a:xfrm>
            <a:off x="7897767" y="200451"/>
            <a:ext cx="4174897" cy="884207"/>
            <a:chOff x="0" y="0"/>
            <a:chExt cx="2902937" cy="625068"/>
          </a:xfrm>
        </p:grpSpPr>
        <p:pic>
          <p:nvPicPr>
            <p:cNvPr id="10" name="Picture 2">
              <a:extLst>
                <a:ext uri="{FF2B5EF4-FFF2-40B4-BE49-F238E27FC236}">
                  <a16:creationId xmlns:a16="http://schemas.microsoft.com/office/drawing/2014/main" id="{D8504BC0-BE68-4499-9BEB-32305F9CAB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1" y="0"/>
              <a:ext cx="1439565" cy="48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A65713DA-3024-4461-B20D-7A502CE0B5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3850" y="1587"/>
              <a:ext cx="1439564" cy="47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8">
              <a:extLst>
                <a:ext uri="{FF2B5EF4-FFF2-40B4-BE49-F238E27FC236}">
                  <a16:creationId xmlns:a16="http://schemas.microsoft.com/office/drawing/2014/main" id="{8E98FA9E-4553-4D36-A1FE-4DA67A0BD09F}"/>
                </a:ext>
              </a:extLst>
            </p:cNvPr>
            <p:cNvGrpSpPr>
              <a:grpSpLocks/>
            </p:cNvGrpSpPr>
            <p:nvPr/>
          </p:nvGrpSpPr>
          <p:grpSpPr bwMode="auto">
            <a:xfrm>
              <a:off x="0" y="480700"/>
              <a:ext cx="2902937" cy="144368"/>
              <a:chOff x="0" y="0"/>
              <a:chExt cx="2902937" cy="144368"/>
            </a:xfrm>
          </p:grpSpPr>
          <p:sp>
            <p:nvSpPr>
              <p:cNvPr id="13" name="Text Box 15">
                <a:extLst>
                  <a:ext uri="{FF2B5EF4-FFF2-40B4-BE49-F238E27FC236}">
                    <a16:creationId xmlns:a16="http://schemas.microsoft.com/office/drawing/2014/main" id="{FE217573-5DBC-44C2-BD1B-AF78458ABCFE}"/>
                  </a:ext>
                </a:extLst>
              </p:cNvPr>
              <p:cNvSpPr txBox="1">
                <a:spLocks noChangeArrowheads="1"/>
              </p:cNvSpPr>
              <p:nvPr/>
            </p:nvSpPr>
            <p:spPr bwMode="auto">
              <a:xfrm>
                <a:off x="0"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1896</a:t>
                </a:r>
              </a:p>
            </p:txBody>
          </p:sp>
          <p:sp>
            <p:nvSpPr>
              <p:cNvPr id="14" name="Text Box 16">
                <a:extLst>
                  <a:ext uri="{FF2B5EF4-FFF2-40B4-BE49-F238E27FC236}">
                    <a16:creationId xmlns:a16="http://schemas.microsoft.com/office/drawing/2014/main" id="{B963FF5F-A0D4-437E-B8F4-8F53BB9B1048}"/>
                  </a:ext>
                </a:extLst>
              </p:cNvPr>
              <p:cNvSpPr txBox="1">
                <a:spLocks noChangeArrowheads="1"/>
              </p:cNvSpPr>
              <p:nvPr/>
            </p:nvSpPr>
            <p:spPr bwMode="auto">
              <a:xfrm>
                <a:off x="722163"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1920</a:t>
                </a:r>
              </a:p>
            </p:txBody>
          </p:sp>
          <p:sp>
            <p:nvSpPr>
              <p:cNvPr id="15" name="Text Box 17">
                <a:extLst>
                  <a:ext uri="{FF2B5EF4-FFF2-40B4-BE49-F238E27FC236}">
                    <a16:creationId xmlns:a16="http://schemas.microsoft.com/office/drawing/2014/main" id="{8E11AA32-FEE4-4E7D-BDFE-E38D9DA49E50}"/>
                  </a:ext>
                </a:extLst>
              </p:cNvPr>
              <p:cNvSpPr txBox="1">
                <a:spLocks noChangeArrowheads="1"/>
              </p:cNvSpPr>
              <p:nvPr/>
            </p:nvSpPr>
            <p:spPr bwMode="auto">
              <a:xfrm>
                <a:off x="1449087"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1987</a:t>
                </a:r>
              </a:p>
            </p:txBody>
          </p:sp>
          <p:sp>
            <p:nvSpPr>
              <p:cNvPr id="16" name="Text Box 18">
                <a:extLst>
                  <a:ext uri="{FF2B5EF4-FFF2-40B4-BE49-F238E27FC236}">
                    <a16:creationId xmlns:a16="http://schemas.microsoft.com/office/drawing/2014/main" id="{08428D61-E57C-439A-A81D-B59131FB4F05}"/>
                  </a:ext>
                </a:extLst>
              </p:cNvPr>
              <p:cNvSpPr txBox="1">
                <a:spLocks noChangeArrowheads="1"/>
              </p:cNvSpPr>
              <p:nvPr/>
            </p:nvSpPr>
            <p:spPr bwMode="auto">
              <a:xfrm>
                <a:off x="2176012"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2006</a:t>
                </a:r>
              </a:p>
            </p:txBody>
          </p:sp>
        </p:grpSp>
      </p:grpSp>
    </p:spTree>
    <p:extLst>
      <p:ext uri="{BB962C8B-B14F-4D97-AF65-F5344CB8AC3E}">
        <p14:creationId xmlns:p14="http://schemas.microsoft.com/office/powerpoint/2010/main" val="2237053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pic>
        <p:nvPicPr>
          <p:cNvPr id="18" name="图片 3" descr="蓝色系校徽标准版.png">
            <a:extLst>
              <a:ext uri="{FF2B5EF4-FFF2-40B4-BE49-F238E27FC236}">
                <a16:creationId xmlns:a16="http://schemas.microsoft.com/office/drawing/2014/main" id="{0D6506B7-9D43-4C83-8AE0-B7C6733BC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3950" y="1320203"/>
            <a:ext cx="4864100" cy="487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3">
            <a:extLst>
              <a:ext uri="{FF2B5EF4-FFF2-40B4-BE49-F238E27FC236}">
                <a16:creationId xmlns:a16="http://schemas.microsoft.com/office/drawing/2014/main" id="{32BF2B49-3465-4D25-810C-B8D3D1235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2404" y="5874763"/>
            <a:ext cx="2579322" cy="82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5"/>
          <p:cNvSpPr>
            <a:spLocks noChangeArrowheads="1"/>
          </p:cNvSpPr>
          <p:nvPr/>
        </p:nvSpPr>
        <p:spPr bwMode="auto">
          <a:xfrm>
            <a:off x="25401" y="114300"/>
            <a:ext cx="2806700" cy="790575"/>
          </a:xfrm>
          <a:prstGeom prst="rect">
            <a:avLst/>
          </a:prstGeom>
          <a:solidFill>
            <a:schemeClr val="bg1"/>
          </a:solidFill>
          <a:ln w="9525">
            <a:solidFill>
              <a:schemeClr val="bg1"/>
            </a:solidFill>
            <a:miter lim="800000"/>
            <a:headEnd/>
            <a:tailEnd/>
          </a:ln>
        </p:spPr>
        <p:txBody>
          <a:bodyPr wrap="none" anchor="ctr"/>
          <a:lstStyle>
            <a:lvl1pPr eaLnBrk="0" hangingPunct="0">
              <a:lnSpc>
                <a:spcPct val="80000"/>
              </a:lnSpc>
              <a:spcBef>
                <a:spcPct val="50000"/>
              </a:spcBef>
              <a:buSzPct val="75000"/>
              <a:buChar char="•"/>
              <a:defRPr>
                <a:solidFill>
                  <a:schemeClr val="tx1"/>
                </a:solidFill>
                <a:latin typeface="Calibri" pitchFamily="34" charset="0"/>
                <a:cs typeface="Arial" pitchFamily="34" charset="0"/>
              </a:defRPr>
            </a:lvl1pPr>
            <a:lvl2pPr marL="742950" indent="-285750" eaLnBrk="0" hangingPunct="0">
              <a:lnSpc>
                <a:spcPct val="80000"/>
              </a:lnSpc>
              <a:spcBef>
                <a:spcPct val="50000"/>
              </a:spcBef>
              <a:buSzPct val="75000"/>
              <a:buChar char="•"/>
              <a:defRPr>
                <a:solidFill>
                  <a:schemeClr val="tx1"/>
                </a:solidFill>
                <a:latin typeface="Calibri" pitchFamily="34" charset="0"/>
                <a:cs typeface="Arial" pitchFamily="34" charset="0"/>
              </a:defRPr>
            </a:lvl2pPr>
            <a:lvl3pPr marL="11430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3pPr>
            <a:lvl4pPr marL="16002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4pPr>
            <a:lvl5pPr marL="20574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5pPr>
            <a:lvl6pPr marL="25146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6pPr>
            <a:lvl7pPr marL="29718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7pPr>
            <a:lvl8pPr marL="34290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8pPr>
            <a:lvl9pPr marL="38862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9pPr>
          </a:lstStyle>
          <a:p>
            <a:pPr algn="ctr">
              <a:lnSpc>
                <a:spcPct val="100000"/>
              </a:lnSpc>
              <a:spcBef>
                <a:spcPct val="0"/>
              </a:spcBef>
              <a:buSzTx/>
              <a:buFontTx/>
              <a:buNone/>
              <a:defRPr/>
            </a:pPr>
            <a:endParaRPr lang="en-US" altLang="en-US" sz="2000" b="1" i="1">
              <a:latin typeface="Arial" pitchFamily="34" charset="0"/>
              <a:ea typeface="ＭＳ Ｐゴシック"/>
              <a:cs typeface="ＭＳ Ｐゴシック"/>
            </a:endParaRPr>
          </a:p>
        </p:txBody>
      </p:sp>
      <p:sp>
        <p:nvSpPr>
          <p:cNvPr id="4" name="文本占位符 11">
            <a:extLst>
              <a:ext uri="{FF2B5EF4-FFF2-40B4-BE49-F238E27FC236}">
                <a16:creationId xmlns:a16="http://schemas.microsoft.com/office/drawing/2014/main" id="{B6BC7CFF-1EFF-433B-83E3-2D31A43EE7E5}"/>
              </a:ext>
            </a:extLst>
          </p:cNvPr>
          <p:cNvSpPr>
            <a:spLocks noGrp="1"/>
          </p:cNvSpPr>
          <p:nvPr>
            <p:ph type="body" sz="quarter" idx="10"/>
          </p:nvPr>
        </p:nvSpPr>
        <p:spPr>
          <a:xfrm>
            <a:off x="1043323" y="1412776"/>
            <a:ext cx="10105354" cy="4752528"/>
          </a:xfrm>
        </p:spPr>
        <p:txBody>
          <a:bodyPr/>
          <a:lstStyle>
            <a:lvl1pPr marL="0" indent="0">
              <a:buNone/>
              <a:defRPr sz="4400" b="1">
                <a:solidFill>
                  <a:schemeClr val="tx1"/>
                </a:solidFill>
                <a:latin typeface="+mj-lt"/>
              </a:defRPr>
            </a:lvl1pPr>
          </a:lstStyle>
          <a:p>
            <a:pPr lvl="0"/>
            <a:r>
              <a:rPr lang="zh-CN" altLang="en-US"/>
              <a:t>单击此处编辑母版文本样式</a:t>
            </a:r>
          </a:p>
        </p:txBody>
      </p:sp>
      <p:pic>
        <p:nvPicPr>
          <p:cNvPr id="8" name="Picture 7">
            <a:extLst>
              <a:ext uri="{FF2B5EF4-FFF2-40B4-BE49-F238E27FC236}">
                <a16:creationId xmlns:a16="http://schemas.microsoft.com/office/drawing/2014/main" id="{91A817EE-32D8-44DA-92FE-176FDBA9CF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301" y="162494"/>
            <a:ext cx="3680467" cy="960122"/>
          </a:xfrm>
          <a:prstGeom prst="rect">
            <a:avLst/>
          </a:prstGeom>
        </p:spPr>
      </p:pic>
      <p:grpSp>
        <p:nvGrpSpPr>
          <p:cNvPr id="9" name="Group 5">
            <a:extLst>
              <a:ext uri="{FF2B5EF4-FFF2-40B4-BE49-F238E27FC236}">
                <a16:creationId xmlns:a16="http://schemas.microsoft.com/office/drawing/2014/main" id="{A67C55A2-6321-4EBC-82D8-AD3326F7F697}"/>
              </a:ext>
            </a:extLst>
          </p:cNvPr>
          <p:cNvGrpSpPr>
            <a:grpSpLocks/>
          </p:cNvGrpSpPr>
          <p:nvPr/>
        </p:nvGrpSpPr>
        <p:grpSpPr bwMode="auto">
          <a:xfrm>
            <a:off x="7897767" y="200451"/>
            <a:ext cx="4174897" cy="884207"/>
            <a:chOff x="0" y="0"/>
            <a:chExt cx="2902937" cy="625068"/>
          </a:xfrm>
        </p:grpSpPr>
        <p:pic>
          <p:nvPicPr>
            <p:cNvPr id="10" name="Picture 2">
              <a:extLst>
                <a:ext uri="{FF2B5EF4-FFF2-40B4-BE49-F238E27FC236}">
                  <a16:creationId xmlns:a16="http://schemas.microsoft.com/office/drawing/2014/main" id="{D8504BC0-BE68-4499-9BEB-32305F9CAB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1" y="0"/>
              <a:ext cx="1439565" cy="48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A65713DA-3024-4461-B20D-7A502CE0B5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3850" y="1587"/>
              <a:ext cx="1439564" cy="47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8">
              <a:extLst>
                <a:ext uri="{FF2B5EF4-FFF2-40B4-BE49-F238E27FC236}">
                  <a16:creationId xmlns:a16="http://schemas.microsoft.com/office/drawing/2014/main" id="{8E98FA9E-4553-4D36-A1FE-4DA67A0BD09F}"/>
                </a:ext>
              </a:extLst>
            </p:cNvPr>
            <p:cNvGrpSpPr>
              <a:grpSpLocks/>
            </p:cNvGrpSpPr>
            <p:nvPr/>
          </p:nvGrpSpPr>
          <p:grpSpPr bwMode="auto">
            <a:xfrm>
              <a:off x="0" y="480700"/>
              <a:ext cx="2902937" cy="144368"/>
              <a:chOff x="0" y="0"/>
              <a:chExt cx="2902937" cy="144368"/>
            </a:xfrm>
          </p:grpSpPr>
          <p:sp>
            <p:nvSpPr>
              <p:cNvPr id="13" name="Text Box 15">
                <a:extLst>
                  <a:ext uri="{FF2B5EF4-FFF2-40B4-BE49-F238E27FC236}">
                    <a16:creationId xmlns:a16="http://schemas.microsoft.com/office/drawing/2014/main" id="{FE217573-5DBC-44C2-BD1B-AF78458ABCFE}"/>
                  </a:ext>
                </a:extLst>
              </p:cNvPr>
              <p:cNvSpPr txBox="1">
                <a:spLocks noChangeArrowheads="1"/>
              </p:cNvSpPr>
              <p:nvPr/>
            </p:nvSpPr>
            <p:spPr bwMode="auto">
              <a:xfrm>
                <a:off x="0"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1896</a:t>
                </a:r>
              </a:p>
            </p:txBody>
          </p:sp>
          <p:sp>
            <p:nvSpPr>
              <p:cNvPr id="14" name="Text Box 16">
                <a:extLst>
                  <a:ext uri="{FF2B5EF4-FFF2-40B4-BE49-F238E27FC236}">
                    <a16:creationId xmlns:a16="http://schemas.microsoft.com/office/drawing/2014/main" id="{B963FF5F-A0D4-437E-B8F4-8F53BB9B1048}"/>
                  </a:ext>
                </a:extLst>
              </p:cNvPr>
              <p:cNvSpPr txBox="1">
                <a:spLocks noChangeArrowheads="1"/>
              </p:cNvSpPr>
              <p:nvPr/>
            </p:nvSpPr>
            <p:spPr bwMode="auto">
              <a:xfrm>
                <a:off x="722163"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1920</a:t>
                </a:r>
              </a:p>
            </p:txBody>
          </p:sp>
          <p:sp>
            <p:nvSpPr>
              <p:cNvPr id="15" name="Text Box 17">
                <a:extLst>
                  <a:ext uri="{FF2B5EF4-FFF2-40B4-BE49-F238E27FC236}">
                    <a16:creationId xmlns:a16="http://schemas.microsoft.com/office/drawing/2014/main" id="{8E11AA32-FEE4-4E7D-BDFE-E38D9DA49E50}"/>
                  </a:ext>
                </a:extLst>
              </p:cNvPr>
              <p:cNvSpPr txBox="1">
                <a:spLocks noChangeArrowheads="1"/>
              </p:cNvSpPr>
              <p:nvPr/>
            </p:nvSpPr>
            <p:spPr bwMode="auto">
              <a:xfrm>
                <a:off x="1449087"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1987</a:t>
                </a:r>
              </a:p>
            </p:txBody>
          </p:sp>
          <p:sp>
            <p:nvSpPr>
              <p:cNvPr id="16" name="Text Box 18">
                <a:extLst>
                  <a:ext uri="{FF2B5EF4-FFF2-40B4-BE49-F238E27FC236}">
                    <a16:creationId xmlns:a16="http://schemas.microsoft.com/office/drawing/2014/main" id="{08428D61-E57C-439A-A81D-B59131FB4F05}"/>
                  </a:ext>
                </a:extLst>
              </p:cNvPr>
              <p:cNvSpPr txBox="1">
                <a:spLocks noChangeArrowheads="1"/>
              </p:cNvSpPr>
              <p:nvPr/>
            </p:nvSpPr>
            <p:spPr bwMode="auto">
              <a:xfrm>
                <a:off x="2176012"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2006</a:t>
                </a:r>
              </a:p>
            </p:txBody>
          </p:sp>
        </p:grpSp>
      </p:grpSp>
    </p:spTree>
    <p:extLst>
      <p:ext uri="{BB962C8B-B14F-4D97-AF65-F5344CB8AC3E}">
        <p14:creationId xmlns:p14="http://schemas.microsoft.com/office/powerpoint/2010/main" val="2073986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0C390-0922-4920-90A1-EE4347B48C1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Subtitle 2">
            <a:extLst>
              <a:ext uri="{FF2B5EF4-FFF2-40B4-BE49-F238E27FC236}">
                <a16:creationId xmlns:a16="http://schemas.microsoft.com/office/drawing/2014/main" id="{E0B62F39-00E4-4185-9F9B-69A9EBFDFC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Date Placeholder 3">
            <a:extLst>
              <a:ext uri="{FF2B5EF4-FFF2-40B4-BE49-F238E27FC236}">
                <a16:creationId xmlns:a16="http://schemas.microsoft.com/office/drawing/2014/main" id="{88494427-23CB-487B-B49F-27DBB81FC57D}"/>
              </a:ext>
            </a:extLst>
          </p:cNvPr>
          <p:cNvSpPr>
            <a:spLocks noGrp="1"/>
          </p:cNvSpPr>
          <p:nvPr>
            <p:ph type="dt" sz="half" idx="10"/>
          </p:nvPr>
        </p:nvSpPr>
        <p:spPr/>
        <p:txBody>
          <a:bodyPr/>
          <a:lstStyle/>
          <a:p>
            <a:fld id="{E306AD96-60A5-420B-BCCF-E7AA7B44633B}" type="datetimeFigureOut">
              <a:rPr lang="zh-CN" altLang="en-US" smtClean="0"/>
              <a:t>2025/8/5</a:t>
            </a:fld>
            <a:endParaRPr lang="zh-CN" altLang="en-US"/>
          </a:p>
        </p:txBody>
      </p:sp>
      <p:sp>
        <p:nvSpPr>
          <p:cNvPr id="5" name="Footer Placeholder 4">
            <a:extLst>
              <a:ext uri="{FF2B5EF4-FFF2-40B4-BE49-F238E27FC236}">
                <a16:creationId xmlns:a16="http://schemas.microsoft.com/office/drawing/2014/main" id="{3B9CABE2-CED3-4BF4-8899-6C02A1C91C0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8104171-A6AD-4D4B-91D7-5A4DEA6F385F}"/>
              </a:ext>
            </a:extLst>
          </p:cNvPr>
          <p:cNvSpPr>
            <a:spLocks noGrp="1"/>
          </p:cNvSpPr>
          <p:nvPr>
            <p:ph type="sldNum" sz="quarter" idx="12"/>
          </p:nvPr>
        </p:nvSpPr>
        <p:spPr/>
        <p:txBody>
          <a:bodyPr/>
          <a:lstStyle/>
          <a:p>
            <a:fld id="{A9C751B3-1684-4503-96C6-F912C21C175B}" type="slidenum">
              <a:rPr lang="zh-CN" altLang="en-US" smtClean="0"/>
              <a:t>‹#›</a:t>
            </a:fld>
            <a:endParaRPr lang="zh-CN" altLang="en-US"/>
          </a:p>
        </p:txBody>
      </p:sp>
    </p:spTree>
    <p:extLst>
      <p:ext uri="{BB962C8B-B14F-4D97-AF65-F5344CB8AC3E}">
        <p14:creationId xmlns:p14="http://schemas.microsoft.com/office/powerpoint/2010/main" val="1622138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4E50A58-8B69-F2A1-A23E-2C6225296BA6}"/>
              </a:ext>
            </a:extLst>
          </p:cNvPr>
          <p:cNvSpPr>
            <a:spLocks noGrp="1"/>
          </p:cNvSpPr>
          <p:nvPr>
            <p:ph type="dt" sz="half" idx="10"/>
          </p:nvPr>
        </p:nvSpPr>
        <p:spPr/>
        <p:txBody>
          <a:bodyPr/>
          <a:lstStyle/>
          <a:p>
            <a:fld id="{E306AD96-60A5-420B-BCCF-E7AA7B44633B}" type="datetimeFigureOut">
              <a:rPr lang="zh-CN" altLang="en-US" smtClean="0"/>
              <a:t>2025/8/5</a:t>
            </a:fld>
            <a:endParaRPr lang="zh-CN" altLang="en-US"/>
          </a:p>
        </p:txBody>
      </p:sp>
      <p:sp>
        <p:nvSpPr>
          <p:cNvPr id="3" name="页脚占位符 2">
            <a:extLst>
              <a:ext uri="{FF2B5EF4-FFF2-40B4-BE49-F238E27FC236}">
                <a16:creationId xmlns:a16="http://schemas.microsoft.com/office/drawing/2014/main" id="{282DF5BC-53E9-F2E0-6C05-A96D8167EC2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7BE46E3-8795-3589-47C0-186542C41642}"/>
              </a:ext>
            </a:extLst>
          </p:cNvPr>
          <p:cNvSpPr>
            <a:spLocks noGrp="1"/>
          </p:cNvSpPr>
          <p:nvPr>
            <p:ph type="sldNum" sz="quarter" idx="12"/>
          </p:nvPr>
        </p:nvSpPr>
        <p:spPr/>
        <p:txBody>
          <a:bodyPr/>
          <a:lstStyle/>
          <a:p>
            <a:fld id="{A9C751B3-1684-4503-96C6-F912C21C175B}" type="slidenum">
              <a:rPr lang="zh-CN" altLang="en-US" smtClean="0"/>
              <a:t>‹#›</a:t>
            </a:fld>
            <a:endParaRPr lang="zh-CN" altLang="en-US"/>
          </a:p>
        </p:txBody>
      </p:sp>
    </p:spTree>
    <p:extLst>
      <p:ext uri="{BB962C8B-B14F-4D97-AF65-F5344CB8AC3E}">
        <p14:creationId xmlns:p14="http://schemas.microsoft.com/office/powerpoint/2010/main" val="1790923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3_Title Slide">
    <p:spTree>
      <p:nvGrpSpPr>
        <p:cNvPr id="1" name=""/>
        <p:cNvGrpSpPr/>
        <p:nvPr/>
      </p:nvGrpSpPr>
      <p:grpSpPr>
        <a:xfrm>
          <a:off x="0" y="0"/>
          <a:ext cx="0" cy="0"/>
          <a:chOff x="0" y="0"/>
          <a:chExt cx="0" cy="0"/>
        </a:xfrm>
      </p:grpSpPr>
      <p:sp>
        <p:nvSpPr>
          <p:cNvPr id="3" name="Rectangle 5"/>
          <p:cNvSpPr>
            <a:spLocks noChangeArrowheads="1"/>
          </p:cNvSpPr>
          <p:nvPr/>
        </p:nvSpPr>
        <p:spPr bwMode="auto">
          <a:xfrm>
            <a:off x="25401" y="114300"/>
            <a:ext cx="2806700" cy="790575"/>
          </a:xfrm>
          <a:prstGeom prst="rect">
            <a:avLst/>
          </a:prstGeom>
          <a:solidFill>
            <a:schemeClr val="bg1"/>
          </a:solidFill>
          <a:ln w="9525">
            <a:solidFill>
              <a:schemeClr val="bg1"/>
            </a:solidFill>
            <a:miter lim="800000"/>
            <a:headEnd/>
            <a:tailEnd/>
          </a:ln>
        </p:spPr>
        <p:txBody>
          <a:bodyPr wrap="none" anchor="ctr"/>
          <a:lstStyle>
            <a:lvl1pPr eaLnBrk="0" hangingPunct="0">
              <a:lnSpc>
                <a:spcPct val="80000"/>
              </a:lnSpc>
              <a:spcBef>
                <a:spcPct val="50000"/>
              </a:spcBef>
              <a:buSzPct val="75000"/>
              <a:buChar char="•"/>
              <a:defRPr>
                <a:solidFill>
                  <a:schemeClr val="tx1"/>
                </a:solidFill>
                <a:latin typeface="Calibri" pitchFamily="34" charset="0"/>
                <a:cs typeface="Arial" pitchFamily="34" charset="0"/>
              </a:defRPr>
            </a:lvl1pPr>
            <a:lvl2pPr marL="742950" indent="-285750" eaLnBrk="0" hangingPunct="0">
              <a:lnSpc>
                <a:spcPct val="80000"/>
              </a:lnSpc>
              <a:spcBef>
                <a:spcPct val="50000"/>
              </a:spcBef>
              <a:buSzPct val="75000"/>
              <a:buChar char="•"/>
              <a:defRPr>
                <a:solidFill>
                  <a:schemeClr val="tx1"/>
                </a:solidFill>
                <a:latin typeface="Calibri" pitchFamily="34" charset="0"/>
                <a:cs typeface="Arial" pitchFamily="34" charset="0"/>
              </a:defRPr>
            </a:lvl2pPr>
            <a:lvl3pPr marL="11430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3pPr>
            <a:lvl4pPr marL="16002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4pPr>
            <a:lvl5pPr marL="20574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5pPr>
            <a:lvl6pPr marL="25146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6pPr>
            <a:lvl7pPr marL="29718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7pPr>
            <a:lvl8pPr marL="34290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8pPr>
            <a:lvl9pPr marL="38862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9pPr>
          </a:lstStyle>
          <a:p>
            <a:pPr algn="ctr">
              <a:lnSpc>
                <a:spcPct val="100000"/>
              </a:lnSpc>
              <a:spcBef>
                <a:spcPct val="0"/>
              </a:spcBef>
              <a:buSzTx/>
              <a:buFontTx/>
              <a:buNone/>
              <a:defRPr/>
            </a:pPr>
            <a:endParaRPr lang="en-US" altLang="en-US" sz="2000" b="1" i="1">
              <a:latin typeface="Arial" pitchFamily="34" charset="0"/>
              <a:ea typeface="ＭＳ Ｐゴシック"/>
              <a:cs typeface="ＭＳ Ｐゴシック"/>
            </a:endParaRPr>
          </a:p>
        </p:txBody>
      </p:sp>
      <p:sp>
        <p:nvSpPr>
          <p:cNvPr id="4" name="文本占位符 11">
            <a:extLst>
              <a:ext uri="{FF2B5EF4-FFF2-40B4-BE49-F238E27FC236}">
                <a16:creationId xmlns:a16="http://schemas.microsoft.com/office/drawing/2014/main" id="{B6BC7CFF-1EFF-433B-83E3-2D31A43EE7E5}"/>
              </a:ext>
            </a:extLst>
          </p:cNvPr>
          <p:cNvSpPr>
            <a:spLocks noGrp="1"/>
          </p:cNvSpPr>
          <p:nvPr>
            <p:ph type="body" sz="quarter" idx="10"/>
          </p:nvPr>
        </p:nvSpPr>
        <p:spPr>
          <a:xfrm>
            <a:off x="1043323" y="1412776"/>
            <a:ext cx="10105354" cy="4752528"/>
          </a:xfrm>
        </p:spPr>
        <p:txBody>
          <a:bodyPr/>
          <a:lstStyle>
            <a:lvl1pPr marL="0" indent="0">
              <a:buNone/>
              <a:defRPr sz="4400" b="1">
                <a:solidFill>
                  <a:schemeClr val="tx1"/>
                </a:solidFill>
                <a:latin typeface="+mj-lt"/>
              </a:defRPr>
            </a:lvl1pPr>
          </a:lstStyle>
          <a:p>
            <a:pPr lvl="0"/>
            <a:r>
              <a:rPr lang="zh-CN" altLang="en-US"/>
              <a:t>单击此处编辑母版文本样式</a:t>
            </a:r>
          </a:p>
        </p:txBody>
      </p:sp>
      <p:grpSp>
        <p:nvGrpSpPr>
          <p:cNvPr id="9" name="Group 5">
            <a:extLst>
              <a:ext uri="{FF2B5EF4-FFF2-40B4-BE49-F238E27FC236}">
                <a16:creationId xmlns:a16="http://schemas.microsoft.com/office/drawing/2014/main" id="{A67C55A2-6321-4EBC-82D8-AD3326F7F697}"/>
              </a:ext>
            </a:extLst>
          </p:cNvPr>
          <p:cNvGrpSpPr>
            <a:grpSpLocks/>
          </p:cNvGrpSpPr>
          <p:nvPr/>
        </p:nvGrpSpPr>
        <p:grpSpPr bwMode="auto">
          <a:xfrm>
            <a:off x="7897767" y="200451"/>
            <a:ext cx="4174897" cy="884207"/>
            <a:chOff x="0" y="0"/>
            <a:chExt cx="2902937" cy="625068"/>
          </a:xfrm>
        </p:grpSpPr>
        <p:pic>
          <p:nvPicPr>
            <p:cNvPr id="10" name="Picture 2">
              <a:extLst>
                <a:ext uri="{FF2B5EF4-FFF2-40B4-BE49-F238E27FC236}">
                  <a16:creationId xmlns:a16="http://schemas.microsoft.com/office/drawing/2014/main" id="{D8504BC0-BE68-4499-9BEB-32305F9CA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1" y="0"/>
              <a:ext cx="1439565" cy="48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A65713DA-3024-4461-B20D-7A502CE0B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3850" y="1587"/>
              <a:ext cx="1439564" cy="47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8">
              <a:extLst>
                <a:ext uri="{FF2B5EF4-FFF2-40B4-BE49-F238E27FC236}">
                  <a16:creationId xmlns:a16="http://schemas.microsoft.com/office/drawing/2014/main" id="{8E98FA9E-4553-4D36-A1FE-4DA67A0BD09F}"/>
                </a:ext>
              </a:extLst>
            </p:cNvPr>
            <p:cNvGrpSpPr>
              <a:grpSpLocks/>
            </p:cNvGrpSpPr>
            <p:nvPr/>
          </p:nvGrpSpPr>
          <p:grpSpPr bwMode="auto">
            <a:xfrm>
              <a:off x="0" y="480700"/>
              <a:ext cx="2902937" cy="144368"/>
              <a:chOff x="0" y="0"/>
              <a:chExt cx="2902937" cy="144368"/>
            </a:xfrm>
          </p:grpSpPr>
          <p:sp>
            <p:nvSpPr>
              <p:cNvPr id="13" name="Text Box 15">
                <a:extLst>
                  <a:ext uri="{FF2B5EF4-FFF2-40B4-BE49-F238E27FC236}">
                    <a16:creationId xmlns:a16="http://schemas.microsoft.com/office/drawing/2014/main" id="{FE217573-5DBC-44C2-BD1B-AF78458ABCFE}"/>
                  </a:ext>
                </a:extLst>
              </p:cNvPr>
              <p:cNvSpPr txBox="1">
                <a:spLocks noChangeArrowheads="1"/>
              </p:cNvSpPr>
              <p:nvPr/>
            </p:nvSpPr>
            <p:spPr bwMode="auto">
              <a:xfrm>
                <a:off x="0"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1896</a:t>
                </a:r>
              </a:p>
            </p:txBody>
          </p:sp>
          <p:sp>
            <p:nvSpPr>
              <p:cNvPr id="14" name="Text Box 16">
                <a:extLst>
                  <a:ext uri="{FF2B5EF4-FFF2-40B4-BE49-F238E27FC236}">
                    <a16:creationId xmlns:a16="http://schemas.microsoft.com/office/drawing/2014/main" id="{B963FF5F-A0D4-437E-B8F4-8F53BB9B1048}"/>
                  </a:ext>
                </a:extLst>
              </p:cNvPr>
              <p:cNvSpPr txBox="1">
                <a:spLocks noChangeArrowheads="1"/>
              </p:cNvSpPr>
              <p:nvPr/>
            </p:nvSpPr>
            <p:spPr bwMode="auto">
              <a:xfrm>
                <a:off x="722163"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1920</a:t>
                </a:r>
              </a:p>
            </p:txBody>
          </p:sp>
          <p:sp>
            <p:nvSpPr>
              <p:cNvPr id="15" name="Text Box 17">
                <a:extLst>
                  <a:ext uri="{FF2B5EF4-FFF2-40B4-BE49-F238E27FC236}">
                    <a16:creationId xmlns:a16="http://schemas.microsoft.com/office/drawing/2014/main" id="{8E11AA32-FEE4-4E7D-BDFE-E38D9DA49E50}"/>
                  </a:ext>
                </a:extLst>
              </p:cNvPr>
              <p:cNvSpPr txBox="1">
                <a:spLocks noChangeArrowheads="1"/>
              </p:cNvSpPr>
              <p:nvPr/>
            </p:nvSpPr>
            <p:spPr bwMode="auto">
              <a:xfrm>
                <a:off x="1449087"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1987</a:t>
                </a:r>
              </a:p>
            </p:txBody>
          </p:sp>
          <p:sp>
            <p:nvSpPr>
              <p:cNvPr id="16" name="Text Box 18">
                <a:extLst>
                  <a:ext uri="{FF2B5EF4-FFF2-40B4-BE49-F238E27FC236}">
                    <a16:creationId xmlns:a16="http://schemas.microsoft.com/office/drawing/2014/main" id="{08428D61-E57C-439A-A81D-B59131FB4F05}"/>
                  </a:ext>
                </a:extLst>
              </p:cNvPr>
              <p:cNvSpPr txBox="1">
                <a:spLocks noChangeArrowheads="1"/>
              </p:cNvSpPr>
              <p:nvPr/>
            </p:nvSpPr>
            <p:spPr bwMode="auto">
              <a:xfrm>
                <a:off x="2176012"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2006</a:t>
                </a:r>
              </a:p>
            </p:txBody>
          </p:sp>
        </p:grpSp>
      </p:grpSp>
      <p:pic>
        <p:nvPicPr>
          <p:cNvPr id="5" name="Picture 4">
            <a:extLst>
              <a:ext uri="{FF2B5EF4-FFF2-40B4-BE49-F238E27FC236}">
                <a16:creationId xmlns:a16="http://schemas.microsoft.com/office/drawing/2014/main" id="{01F0754F-C210-4C33-B59E-F6FE90E9455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10366" y="5070515"/>
            <a:ext cx="1716296" cy="1716944"/>
          </a:xfrm>
          <a:prstGeom prst="rect">
            <a:avLst/>
          </a:prstGeom>
        </p:spPr>
      </p:pic>
      <p:pic>
        <p:nvPicPr>
          <p:cNvPr id="6" name="Picture 5">
            <a:extLst>
              <a:ext uri="{FF2B5EF4-FFF2-40B4-BE49-F238E27FC236}">
                <a16:creationId xmlns:a16="http://schemas.microsoft.com/office/drawing/2014/main" id="{9AEE1C1B-81D7-49EB-9588-D2786578DE5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887" y="-270627"/>
            <a:ext cx="5339791" cy="1755411"/>
          </a:xfrm>
          <a:prstGeom prst="rect">
            <a:avLst/>
          </a:prstGeom>
        </p:spPr>
      </p:pic>
      <p:pic>
        <p:nvPicPr>
          <p:cNvPr id="17" name="Picture 3">
            <a:extLst>
              <a:ext uri="{FF2B5EF4-FFF2-40B4-BE49-F238E27FC236}">
                <a16:creationId xmlns:a16="http://schemas.microsoft.com/office/drawing/2014/main" id="{76EEFA8E-6204-44BA-A37E-1FB585F0A1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7324" y="5755253"/>
            <a:ext cx="2579322" cy="82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1379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4_Title Slide">
    <p:spTree>
      <p:nvGrpSpPr>
        <p:cNvPr id="1" name=""/>
        <p:cNvGrpSpPr/>
        <p:nvPr/>
      </p:nvGrpSpPr>
      <p:grpSpPr>
        <a:xfrm>
          <a:off x="0" y="0"/>
          <a:ext cx="0" cy="0"/>
          <a:chOff x="0" y="0"/>
          <a:chExt cx="0" cy="0"/>
        </a:xfrm>
      </p:grpSpPr>
      <p:sp>
        <p:nvSpPr>
          <p:cNvPr id="3" name="Rectangle 5"/>
          <p:cNvSpPr>
            <a:spLocks noChangeArrowheads="1"/>
          </p:cNvSpPr>
          <p:nvPr/>
        </p:nvSpPr>
        <p:spPr bwMode="auto">
          <a:xfrm>
            <a:off x="25401" y="114300"/>
            <a:ext cx="2806700" cy="790575"/>
          </a:xfrm>
          <a:prstGeom prst="rect">
            <a:avLst/>
          </a:prstGeom>
          <a:solidFill>
            <a:schemeClr val="bg1"/>
          </a:solidFill>
          <a:ln w="9525">
            <a:solidFill>
              <a:schemeClr val="bg1"/>
            </a:solidFill>
            <a:miter lim="800000"/>
            <a:headEnd/>
            <a:tailEnd/>
          </a:ln>
        </p:spPr>
        <p:txBody>
          <a:bodyPr wrap="none" anchor="ctr"/>
          <a:lstStyle>
            <a:lvl1pPr eaLnBrk="0" hangingPunct="0">
              <a:lnSpc>
                <a:spcPct val="80000"/>
              </a:lnSpc>
              <a:spcBef>
                <a:spcPct val="50000"/>
              </a:spcBef>
              <a:buSzPct val="75000"/>
              <a:buChar char="•"/>
              <a:defRPr>
                <a:solidFill>
                  <a:schemeClr val="tx1"/>
                </a:solidFill>
                <a:latin typeface="Calibri" pitchFamily="34" charset="0"/>
                <a:cs typeface="Arial" pitchFamily="34" charset="0"/>
              </a:defRPr>
            </a:lvl1pPr>
            <a:lvl2pPr marL="742950" indent="-285750" eaLnBrk="0" hangingPunct="0">
              <a:lnSpc>
                <a:spcPct val="80000"/>
              </a:lnSpc>
              <a:spcBef>
                <a:spcPct val="50000"/>
              </a:spcBef>
              <a:buSzPct val="75000"/>
              <a:buChar char="•"/>
              <a:defRPr>
                <a:solidFill>
                  <a:schemeClr val="tx1"/>
                </a:solidFill>
                <a:latin typeface="Calibri" pitchFamily="34" charset="0"/>
                <a:cs typeface="Arial" pitchFamily="34" charset="0"/>
              </a:defRPr>
            </a:lvl2pPr>
            <a:lvl3pPr marL="11430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3pPr>
            <a:lvl4pPr marL="16002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4pPr>
            <a:lvl5pPr marL="2057400" indent="-228600" eaLnBrk="0" hangingPunct="0">
              <a:lnSpc>
                <a:spcPct val="80000"/>
              </a:lnSpc>
              <a:spcBef>
                <a:spcPct val="50000"/>
              </a:spcBef>
              <a:buSzPct val="75000"/>
              <a:buChar char="•"/>
              <a:defRPr>
                <a:solidFill>
                  <a:schemeClr val="tx1"/>
                </a:solidFill>
                <a:latin typeface="Calibri" pitchFamily="34" charset="0"/>
                <a:cs typeface="Arial" pitchFamily="34" charset="0"/>
              </a:defRPr>
            </a:lvl5pPr>
            <a:lvl6pPr marL="25146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6pPr>
            <a:lvl7pPr marL="29718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7pPr>
            <a:lvl8pPr marL="34290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8pPr>
            <a:lvl9pPr marL="3886200" indent="-228600" eaLnBrk="0" fontAlgn="base" hangingPunct="0">
              <a:lnSpc>
                <a:spcPct val="80000"/>
              </a:lnSpc>
              <a:spcBef>
                <a:spcPct val="50000"/>
              </a:spcBef>
              <a:spcAft>
                <a:spcPct val="0"/>
              </a:spcAft>
              <a:buSzPct val="75000"/>
              <a:buChar char="•"/>
              <a:defRPr>
                <a:solidFill>
                  <a:schemeClr val="tx1"/>
                </a:solidFill>
                <a:latin typeface="Calibri" pitchFamily="34" charset="0"/>
                <a:cs typeface="Arial" pitchFamily="34" charset="0"/>
              </a:defRPr>
            </a:lvl9pPr>
          </a:lstStyle>
          <a:p>
            <a:pPr algn="ctr">
              <a:lnSpc>
                <a:spcPct val="100000"/>
              </a:lnSpc>
              <a:spcBef>
                <a:spcPct val="0"/>
              </a:spcBef>
              <a:buSzTx/>
              <a:buFontTx/>
              <a:buNone/>
              <a:defRPr/>
            </a:pPr>
            <a:endParaRPr lang="en-US" altLang="en-US" sz="2000" b="1" i="1">
              <a:latin typeface="Arial" pitchFamily="34" charset="0"/>
              <a:ea typeface="ＭＳ Ｐゴシック"/>
              <a:cs typeface="ＭＳ Ｐゴシック"/>
            </a:endParaRPr>
          </a:p>
        </p:txBody>
      </p:sp>
      <p:sp>
        <p:nvSpPr>
          <p:cNvPr id="4" name="文本占位符 11">
            <a:extLst>
              <a:ext uri="{FF2B5EF4-FFF2-40B4-BE49-F238E27FC236}">
                <a16:creationId xmlns:a16="http://schemas.microsoft.com/office/drawing/2014/main" id="{B6BC7CFF-1EFF-433B-83E3-2D31A43EE7E5}"/>
              </a:ext>
            </a:extLst>
          </p:cNvPr>
          <p:cNvSpPr>
            <a:spLocks noGrp="1"/>
          </p:cNvSpPr>
          <p:nvPr>
            <p:ph type="body" sz="quarter" idx="10"/>
          </p:nvPr>
        </p:nvSpPr>
        <p:spPr>
          <a:xfrm>
            <a:off x="1043323" y="1412776"/>
            <a:ext cx="10105354" cy="4752528"/>
          </a:xfrm>
        </p:spPr>
        <p:txBody>
          <a:bodyPr/>
          <a:lstStyle>
            <a:lvl1pPr marL="0" indent="0">
              <a:buNone/>
              <a:defRPr sz="4400" b="1">
                <a:solidFill>
                  <a:schemeClr val="tx1"/>
                </a:solidFill>
                <a:latin typeface="+mj-lt"/>
              </a:defRPr>
            </a:lvl1pPr>
          </a:lstStyle>
          <a:p>
            <a:pPr lvl="0"/>
            <a:r>
              <a:rPr lang="zh-CN" altLang="en-US"/>
              <a:t>单击此处编辑母版文本样式</a:t>
            </a:r>
          </a:p>
        </p:txBody>
      </p:sp>
      <p:grpSp>
        <p:nvGrpSpPr>
          <p:cNvPr id="9" name="Group 5">
            <a:extLst>
              <a:ext uri="{FF2B5EF4-FFF2-40B4-BE49-F238E27FC236}">
                <a16:creationId xmlns:a16="http://schemas.microsoft.com/office/drawing/2014/main" id="{A67C55A2-6321-4EBC-82D8-AD3326F7F697}"/>
              </a:ext>
            </a:extLst>
          </p:cNvPr>
          <p:cNvGrpSpPr>
            <a:grpSpLocks/>
          </p:cNvGrpSpPr>
          <p:nvPr/>
        </p:nvGrpSpPr>
        <p:grpSpPr bwMode="auto">
          <a:xfrm>
            <a:off x="7897767" y="200451"/>
            <a:ext cx="4174897" cy="884207"/>
            <a:chOff x="0" y="0"/>
            <a:chExt cx="2902937" cy="625068"/>
          </a:xfrm>
        </p:grpSpPr>
        <p:pic>
          <p:nvPicPr>
            <p:cNvPr id="10" name="Picture 2">
              <a:extLst>
                <a:ext uri="{FF2B5EF4-FFF2-40B4-BE49-F238E27FC236}">
                  <a16:creationId xmlns:a16="http://schemas.microsoft.com/office/drawing/2014/main" id="{D8504BC0-BE68-4499-9BEB-32305F9CA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1" y="0"/>
              <a:ext cx="1439565" cy="48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A65713DA-3024-4461-B20D-7A502CE0B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3850" y="1587"/>
              <a:ext cx="1439564" cy="47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8">
              <a:extLst>
                <a:ext uri="{FF2B5EF4-FFF2-40B4-BE49-F238E27FC236}">
                  <a16:creationId xmlns:a16="http://schemas.microsoft.com/office/drawing/2014/main" id="{8E98FA9E-4553-4D36-A1FE-4DA67A0BD09F}"/>
                </a:ext>
              </a:extLst>
            </p:cNvPr>
            <p:cNvGrpSpPr>
              <a:grpSpLocks/>
            </p:cNvGrpSpPr>
            <p:nvPr/>
          </p:nvGrpSpPr>
          <p:grpSpPr bwMode="auto">
            <a:xfrm>
              <a:off x="0" y="480700"/>
              <a:ext cx="2902937" cy="144368"/>
              <a:chOff x="0" y="0"/>
              <a:chExt cx="2902937" cy="144368"/>
            </a:xfrm>
          </p:grpSpPr>
          <p:sp>
            <p:nvSpPr>
              <p:cNvPr id="13" name="Text Box 15">
                <a:extLst>
                  <a:ext uri="{FF2B5EF4-FFF2-40B4-BE49-F238E27FC236}">
                    <a16:creationId xmlns:a16="http://schemas.microsoft.com/office/drawing/2014/main" id="{FE217573-5DBC-44C2-BD1B-AF78458ABCFE}"/>
                  </a:ext>
                </a:extLst>
              </p:cNvPr>
              <p:cNvSpPr txBox="1">
                <a:spLocks noChangeArrowheads="1"/>
              </p:cNvSpPr>
              <p:nvPr/>
            </p:nvSpPr>
            <p:spPr bwMode="auto">
              <a:xfrm>
                <a:off x="0"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1896</a:t>
                </a:r>
              </a:p>
            </p:txBody>
          </p:sp>
          <p:sp>
            <p:nvSpPr>
              <p:cNvPr id="14" name="Text Box 16">
                <a:extLst>
                  <a:ext uri="{FF2B5EF4-FFF2-40B4-BE49-F238E27FC236}">
                    <a16:creationId xmlns:a16="http://schemas.microsoft.com/office/drawing/2014/main" id="{B963FF5F-A0D4-437E-B8F4-8F53BB9B1048}"/>
                  </a:ext>
                </a:extLst>
              </p:cNvPr>
              <p:cNvSpPr txBox="1">
                <a:spLocks noChangeArrowheads="1"/>
              </p:cNvSpPr>
              <p:nvPr/>
            </p:nvSpPr>
            <p:spPr bwMode="auto">
              <a:xfrm>
                <a:off x="722163"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1920</a:t>
                </a:r>
              </a:p>
            </p:txBody>
          </p:sp>
          <p:sp>
            <p:nvSpPr>
              <p:cNvPr id="15" name="Text Box 17">
                <a:extLst>
                  <a:ext uri="{FF2B5EF4-FFF2-40B4-BE49-F238E27FC236}">
                    <a16:creationId xmlns:a16="http://schemas.microsoft.com/office/drawing/2014/main" id="{8E11AA32-FEE4-4E7D-BDFE-E38D9DA49E50}"/>
                  </a:ext>
                </a:extLst>
              </p:cNvPr>
              <p:cNvSpPr txBox="1">
                <a:spLocks noChangeArrowheads="1"/>
              </p:cNvSpPr>
              <p:nvPr/>
            </p:nvSpPr>
            <p:spPr bwMode="auto">
              <a:xfrm>
                <a:off x="1449087"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1987</a:t>
                </a:r>
              </a:p>
            </p:txBody>
          </p:sp>
          <p:sp>
            <p:nvSpPr>
              <p:cNvPr id="16" name="Text Box 18">
                <a:extLst>
                  <a:ext uri="{FF2B5EF4-FFF2-40B4-BE49-F238E27FC236}">
                    <a16:creationId xmlns:a16="http://schemas.microsoft.com/office/drawing/2014/main" id="{08428D61-E57C-439A-A81D-B59131FB4F05}"/>
                  </a:ext>
                </a:extLst>
              </p:cNvPr>
              <p:cNvSpPr txBox="1">
                <a:spLocks noChangeArrowheads="1"/>
              </p:cNvSpPr>
              <p:nvPr/>
            </p:nvSpPr>
            <p:spPr bwMode="auto">
              <a:xfrm>
                <a:off x="2176012" y="0"/>
                <a:ext cx="726925" cy="144368"/>
              </a:xfrm>
              <a:prstGeom prst="rect">
                <a:avLst/>
              </a:prstGeom>
              <a:solidFill>
                <a:srgbClr val="8F112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defRPr sz="2500" b="1">
                    <a:solidFill>
                      <a:srgbClr val="000066"/>
                    </a:solidFill>
                    <a:latin typeface="Times New Roman" panose="02020603050405020304" pitchFamily="18" charset="0"/>
                    <a:ea typeface="黑体" panose="02010609060101010101" pitchFamily="49" charset="-122"/>
                  </a:defRPr>
                </a:lvl1pPr>
                <a:lvl2pPr marL="742950" indent="-285750" eaLnBrk="0" hangingPunct="0">
                  <a:defRPr sz="2500" b="1">
                    <a:solidFill>
                      <a:srgbClr val="000066"/>
                    </a:solidFill>
                    <a:latin typeface="Times New Roman" panose="02020603050405020304" pitchFamily="18" charset="0"/>
                    <a:ea typeface="黑体" panose="02010609060101010101" pitchFamily="49" charset="-122"/>
                  </a:defRPr>
                </a:lvl2pPr>
                <a:lvl3pPr marL="1143000" indent="-228600" eaLnBrk="0" hangingPunct="0">
                  <a:defRPr sz="2500" b="1">
                    <a:solidFill>
                      <a:srgbClr val="000066"/>
                    </a:solidFill>
                    <a:latin typeface="Times New Roman" panose="02020603050405020304" pitchFamily="18" charset="0"/>
                    <a:ea typeface="黑体" panose="02010609060101010101" pitchFamily="49" charset="-122"/>
                  </a:defRPr>
                </a:lvl3pPr>
                <a:lvl4pPr marL="1600200" indent="-228600" eaLnBrk="0" hangingPunct="0">
                  <a:defRPr sz="2500" b="1">
                    <a:solidFill>
                      <a:srgbClr val="000066"/>
                    </a:solidFill>
                    <a:latin typeface="Times New Roman" panose="02020603050405020304" pitchFamily="18" charset="0"/>
                    <a:ea typeface="黑体" panose="02010609060101010101" pitchFamily="49" charset="-122"/>
                  </a:defRPr>
                </a:lvl4pPr>
                <a:lvl5pPr marL="2057400" indent="-228600" eaLnBrk="0" hangingPunct="0">
                  <a:defRPr sz="2500" b="1">
                    <a:solidFill>
                      <a:srgbClr val="000066"/>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500" b="1">
                    <a:solidFill>
                      <a:srgbClr val="000066"/>
                    </a:solidFill>
                    <a:latin typeface="Times New Roman" panose="02020603050405020304" pitchFamily="18" charset="0"/>
                    <a:ea typeface="黑体" panose="02010609060101010101" pitchFamily="49" charset="-122"/>
                  </a:defRPr>
                </a:lvl9pPr>
              </a:lstStyle>
              <a:p>
                <a:pPr algn="ctr" eaLnBrk="1" hangingPunct="1"/>
                <a:r>
                  <a:rPr lang="en-US" altLang="zh-CN" sz="900">
                    <a:solidFill>
                      <a:schemeClr val="bg1"/>
                    </a:solidFill>
                    <a:latin typeface="Arial" panose="020B0604020202020204" pitchFamily="34" charset="0"/>
                  </a:rPr>
                  <a:t>2006</a:t>
                </a:r>
              </a:p>
            </p:txBody>
          </p:sp>
        </p:grpSp>
      </p:grpSp>
      <p:pic>
        <p:nvPicPr>
          <p:cNvPr id="5" name="Picture 4">
            <a:extLst>
              <a:ext uri="{FF2B5EF4-FFF2-40B4-BE49-F238E27FC236}">
                <a16:creationId xmlns:a16="http://schemas.microsoft.com/office/drawing/2014/main" id="{01F0754F-C210-4C33-B59E-F6FE90E9455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10366" y="5070515"/>
            <a:ext cx="1716296" cy="1716944"/>
          </a:xfrm>
          <a:prstGeom prst="rect">
            <a:avLst/>
          </a:prstGeom>
        </p:spPr>
      </p:pic>
      <p:pic>
        <p:nvPicPr>
          <p:cNvPr id="6" name="Picture 5">
            <a:extLst>
              <a:ext uri="{FF2B5EF4-FFF2-40B4-BE49-F238E27FC236}">
                <a16:creationId xmlns:a16="http://schemas.microsoft.com/office/drawing/2014/main" id="{9AEE1C1B-81D7-49EB-9588-D2786578DE5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887" y="-270627"/>
            <a:ext cx="5339791" cy="1755411"/>
          </a:xfrm>
          <a:prstGeom prst="rect">
            <a:avLst/>
          </a:prstGeom>
        </p:spPr>
      </p:pic>
      <p:pic>
        <p:nvPicPr>
          <p:cNvPr id="17" name="Picture 3">
            <a:extLst>
              <a:ext uri="{FF2B5EF4-FFF2-40B4-BE49-F238E27FC236}">
                <a16:creationId xmlns:a16="http://schemas.microsoft.com/office/drawing/2014/main" id="{76EEFA8E-6204-44BA-A37E-1FB585F0A1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312" y="5673321"/>
            <a:ext cx="2579322" cy="82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4455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609600" y="1303940"/>
            <a:ext cx="10972800" cy="5316920"/>
          </a:xfrm>
        </p:spPr>
        <p:txBody>
          <a:bodyPr/>
          <a:lstStyle>
            <a:lvl1pPr>
              <a:defRPr sz="3000"/>
            </a:lvl1pPr>
            <a:lvl2pPr>
              <a:defRPr sz="2200"/>
            </a:lvl2pPr>
            <a:lvl3pPr>
              <a:defRPr sz="1900"/>
            </a:lvl3pPr>
            <a:lvl4pPr>
              <a:defRPr sz="1600"/>
            </a:lvl4pPr>
            <a:lvl5pPr>
              <a:defRPr sz="16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1538087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3935760" y="0"/>
            <a:ext cx="8030344" cy="1052736"/>
          </a:xfrm>
        </p:spPr>
        <p:txBody>
          <a:bodyPr/>
          <a:lstStyle/>
          <a:p>
            <a:r>
              <a:rPr lang="zh-CN" altLang="en-US"/>
              <a:t>单击此处编辑母版标题样式</a:t>
            </a:r>
            <a:endParaRPr lang="en-US" dirty="0"/>
          </a:p>
        </p:txBody>
      </p:sp>
      <p:sp>
        <p:nvSpPr>
          <p:cNvPr id="3" name="Text Placeholder 2"/>
          <p:cNvSpPr>
            <a:spLocks noGrp="1"/>
          </p:cNvSpPr>
          <p:nvPr>
            <p:ph type="body" sz="half" idx="1"/>
          </p:nvPr>
        </p:nvSpPr>
        <p:spPr>
          <a:xfrm>
            <a:off x="609600" y="1511300"/>
            <a:ext cx="5384800" cy="4902200"/>
          </a:xfrm>
        </p:spPr>
        <p:txBody>
          <a:bodyPr/>
          <a:lstStyle>
            <a:lvl1pPr>
              <a:defRPr sz="3000"/>
            </a:lvl1pPr>
            <a:lvl2pPr>
              <a:defRPr sz="221900"/>
            </a:lvl2pPr>
            <a:lvl3pPr>
              <a:defRPr sz="2200"/>
            </a:lvl3pPr>
            <a:lvl4pPr>
              <a:defRPr sz="1900"/>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p:txBody>
      </p:sp>
      <p:sp>
        <p:nvSpPr>
          <p:cNvPr id="4" name="Content Placeholder 3"/>
          <p:cNvSpPr>
            <a:spLocks noGrp="1"/>
          </p:cNvSpPr>
          <p:nvPr>
            <p:ph sz="half" idx="2"/>
          </p:nvPr>
        </p:nvSpPr>
        <p:spPr>
          <a:xfrm>
            <a:off x="6197600" y="1511300"/>
            <a:ext cx="5384800" cy="4902200"/>
          </a:xfrm>
        </p:spPr>
        <p:txBody>
          <a:bodyPr/>
          <a:lstStyle>
            <a:lvl1pPr>
              <a:defRPr sz="3000"/>
            </a:lvl1pPr>
            <a:lvl2pPr>
              <a:defRPr sz="2200"/>
            </a:lvl2pPr>
            <a:lvl3pPr>
              <a:defRPr sz="1900"/>
            </a:lvl3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4232610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文本占位符 11">
            <a:extLst>
              <a:ext uri="{FF2B5EF4-FFF2-40B4-BE49-F238E27FC236}">
                <a16:creationId xmlns:a16="http://schemas.microsoft.com/office/drawing/2014/main" id="{C83A1C55-A00C-4A84-938C-D74A945AC28D}"/>
              </a:ext>
            </a:extLst>
          </p:cNvPr>
          <p:cNvSpPr>
            <a:spLocks noGrp="1"/>
          </p:cNvSpPr>
          <p:nvPr>
            <p:ph type="body" sz="quarter" idx="10"/>
          </p:nvPr>
        </p:nvSpPr>
        <p:spPr>
          <a:xfrm>
            <a:off x="814486" y="2420888"/>
            <a:ext cx="10563027" cy="2664295"/>
          </a:xfrm>
        </p:spPr>
        <p:txBody>
          <a:bodyPr/>
          <a:lstStyle>
            <a:lvl1pPr marL="0" indent="0">
              <a:buNone/>
              <a:defRPr sz="4000" b="1">
                <a:latin typeface="+mj-lt"/>
              </a:defRPr>
            </a:lvl1pPr>
          </a:lstStyle>
          <a:p>
            <a:pPr lvl="0"/>
            <a:r>
              <a:rPr lang="zh-CN" altLang="en-US"/>
              <a:t>单击此处编辑母版文本样式</a:t>
            </a:r>
          </a:p>
        </p:txBody>
      </p:sp>
    </p:spTree>
    <p:extLst>
      <p:ext uri="{BB962C8B-B14F-4D97-AF65-F5344CB8AC3E}">
        <p14:creationId xmlns:p14="http://schemas.microsoft.com/office/powerpoint/2010/main" val="3437592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4E50A58-8B69-F2A1-A23E-2C6225296BA6}"/>
              </a:ext>
            </a:extLst>
          </p:cNvPr>
          <p:cNvSpPr>
            <a:spLocks noGrp="1"/>
          </p:cNvSpPr>
          <p:nvPr>
            <p:ph type="dt" sz="half" idx="10"/>
          </p:nvPr>
        </p:nvSpPr>
        <p:spPr/>
        <p:txBody>
          <a:bodyPr/>
          <a:lstStyle/>
          <a:p>
            <a:fld id="{E306AD96-60A5-420B-BCCF-E7AA7B44633B}" type="datetimeFigureOut">
              <a:rPr lang="zh-CN" altLang="en-US" smtClean="0"/>
              <a:t>2025/8/5</a:t>
            </a:fld>
            <a:endParaRPr lang="zh-CN" altLang="en-US"/>
          </a:p>
        </p:txBody>
      </p:sp>
      <p:sp>
        <p:nvSpPr>
          <p:cNvPr id="3" name="页脚占位符 2">
            <a:extLst>
              <a:ext uri="{FF2B5EF4-FFF2-40B4-BE49-F238E27FC236}">
                <a16:creationId xmlns:a16="http://schemas.microsoft.com/office/drawing/2014/main" id="{282DF5BC-53E9-F2E0-6C05-A96D8167EC2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7BE46E3-8795-3589-47C0-186542C41642}"/>
              </a:ext>
            </a:extLst>
          </p:cNvPr>
          <p:cNvSpPr>
            <a:spLocks noGrp="1"/>
          </p:cNvSpPr>
          <p:nvPr>
            <p:ph type="sldNum" sz="quarter" idx="12"/>
          </p:nvPr>
        </p:nvSpPr>
        <p:spPr/>
        <p:txBody>
          <a:bodyPr/>
          <a:lstStyle/>
          <a:p>
            <a:fld id="{A9C751B3-1684-4503-96C6-F912C21C175B}" type="slidenum">
              <a:rPr lang="zh-CN" altLang="en-US" smtClean="0"/>
              <a:t>‹#›</a:t>
            </a:fld>
            <a:endParaRPr lang="zh-CN" altLang="en-US"/>
          </a:p>
        </p:txBody>
      </p:sp>
    </p:spTree>
    <p:extLst>
      <p:ext uri="{BB962C8B-B14F-4D97-AF65-F5344CB8AC3E}">
        <p14:creationId xmlns:p14="http://schemas.microsoft.com/office/powerpoint/2010/main" val="2772805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11.xml"/><Relationship Id="rId7"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079776" y="-1"/>
            <a:ext cx="7705824" cy="105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ctr" anchorCtr="0" compatLnSpc="1">
            <a:prstTxWarp prst="textNoShape">
              <a:avLst/>
            </a:prstTxWarp>
          </a:bodyPr>
          <a:lstStyle/>
          <a:p>
            <a:pPr lvl="0"/>
            <a:r>
              <a:rPr lang="en-US" altLang="en-US" dirty="0"/>
              <a:t>Slide Title</a:t>
            </a:r>
          </a:p>
        </p:txBody>
      </p:sp>
      <p:sp>
        <p:nvSpPr>
          <p:cNvPr id="1027" name="Rectangle 3"/>
          <p:cNvSpPr>
            <a:spLocks noGrp="1" noChangeArrowheads="1"/>
          </p:cNvSpPr>
          <p:nvPr>
            <p:ph type="body" idx="1"/>
          </p:nvPr>
        </p:nvSpPr>
        <p:spPr bwMode="auto">
          <a:xfrm>
            <a:off x="609600" y="1511300"/>
            <a:ext cx="1097280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Line 4"/>
          <p:cNvSpPr>
            <a:spLocks noChangeShapeType="1"/>
          </p:cNvSpPr>
          <p:nvPr/>
        </p:nvSpPr>
        <p:spPr bwMode="auto">
          <a:xfrm>
            <a:off x="0" y="1052736"/>
            <a:ext cx="121920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30" name="Text Box 6"/>
          <p:cNvSpPr txBox="1">
            <a:spLocks noChangeArrowheads="1"/>
          </p:cNvSpPr>
          <p:nvPr/>
        </p:nvSpPr>
        <p:spPr bwMode="auto">
          <a:xfrm>
            <a:off x="11732363" y="6556375"/>
            <a:ext cx="394340" cy="305212"/>
          </a:xfrm>
          <a:prstGeom prst="rect">
            <a:avLst/>
          </a:prstGeom>
          <a:noFill/>
          <a:ln>
            <a:noFill/>
          </a:ln>
        </p:spPr>
        <p:txBody>
          <a:bodyPr wrap="none" lIns="90488" tIns="44450" rIns="90488" bIns="44450">
            <a:spAutoFit/>
          </a:bodyPr>
          <a:lstStyle>
            <a:lvl1pPr eaLnBrk="0" hangingPunct="0">
              <a:defRPr sz="2400">
                <a:solidFill>
                  <a:schemeClr val="tx1"/>
                </a:solidFill>
                <a:latin typeface="Calibri" pitchFamily="34" charset="0"/>
                <a:ea typeface="ＭＳ Ｐゴシック" charset="-128"/>
              </a:defRPr>
            </a:lvl1pPr>
            <a:lvl2pPr marL="742950" indent="-285750" eaLnBrk="0" hangingPunct="0">
              <a:defRPr sz="2400">
                <a:solidFill>
                  <a:schemeClr val="tx1"/>
                </a:solidFill>
                <a:latin typeface="Calibri" pitchFamily="34" charset="0"/>
                <a:ea typeface="ＭＳ Ｐゴシック" charset="-128"/>
              </a:defRPr>
            </a:lvl2pPr>
            <a:lvl3pPr marL="1143000" indent="-228600" eaLnBrk="0" hangingPunct="0">
              <a:defRPr sz="2400">
                <a:solidFill>
                  <a:schemeClr val="tx1"/>
                </a:solidFill>
                <a:latin typeface="Calibri" pitchFamily="34" charset="0"/>
                <a:ea typeface="ＭＳ Ｐゴシック" charset="-128"/>
              </a:defRPr>
            </a:lvl3pPr>
            <a:lvl4pPr marL="1600200" indent="-228600" eaLnBrk="0" hangingPunct="0">
              <a:defRPr sz="2400">
                <a:solidFill>
                  <a:schemeClr val="tx1"/>
                </a:solidFill>
                <a:latin typeface="Calibri" pitchFamily="34" charset="0"/>
                <a:ea typeface="ＭＳ Ｐゴシック" charset="-128"/>
              </a:defRPr>
            </a:lvl4pPr>
            <a:lvl5pPr marL="2057400" indent="-228600" eaLnBrk="0" hangingPunct="0">
              <a:defRPr sz="2400">
                <a:solidFill>
                  <a:schemeClr val="tx1"/>
                </a:solidFill>
                <a:latin typeface="Calibri"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Calibri"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Calibri"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Calibri"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Calibri" pitchFamily="34" charset="0"/>
                <a:ea typeface="ＭＳ Ｐゴシック" charset="-128"/>
              </a:defRPr>
            </a:lvl9pPr>
          </a:lstStyle>
          <a:p>
            <a:pPr algn="ctr" eaLnBrk="1" hangingPunct="1">
              <a:defRPr/>
            </a:pPr>
            <a:fld id="{89D12691-A36D-455D-8F47-CA96310C1226}" type="slidenum">
              <a:rPr lang="en-US" altLang="en-US" sz="1400" smtClean="0"/>
              <a:pPr algn="ctr" eaLnBrk="1" hangingPunct="1">
                <a:defRPr/>
              </a:pPr>
              <a:t>‹#›</a:t>
            </a:fld>
            <a:endParaRPr lang="en-US" altLang="en-US" sz="1400"/>
          </a:p>
        </p:txBody>
      </p:sp>
      <p:pic>
        <p:nvPicPr>
          <p:cNvPr id="4" name="Picture 3">
            <a:extLst>
              <a:ext uri="{FF2B5EF4-FFF2-40B4-BE49-F238E27FC236}">
                <a16:creationId xmlns:a16="http://schemas.microsoft.com/office/drawing/2014/main" id="{AD614B8B-C3D8-48EA-B9EB-00F393A49FE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9175" y="46302"/>
            <a:ext cx="3680467" cy="960122"/>
          </a:xfrm>
          <a:prstGeom prst="rect">
            <a:avLst/>
          </a:prstGeom>
        </p:spPr>
      </p:pic>
    </p:spTree>
    <p:extLst>
      <p:ext uri="{BB962C8B-B14F-4D97-AF65-F5344CB8AC3E}">
        <p14:creationId xmlns:p14="http://schemas.microsoft.com/office/powerpoint/2010/main" val="2779509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p:titleStyle>
    <p:bodyStyle>
      <a:lvl1pPr marL="342900" indent="-342900" algn="l" rtl="0" eaLnBrk="1" fontAlgn="base" hangingPunct="1">
        <a:spcBef>
          <a:spcPct val="50000"/>
        </a:spcBef>
        <a:spcAft>
          <a:spcPct val="0"/>
        </a:spcAft>
        <a:buSzPct val="75000"/>
        <a:buChar char="•"/>
        <a:defRPr sz="3000">
          <a:solidFill>
            <a:schemeClr val="tx1"/>
          </a:solidFill>
          <a:latin typeface="+mn-lt"/>
          <a:ea typeface="ＭＳ Ｐゴシック" charset="0"/>
          <a:cs typeface="+mn-cs"/>
        </a:defRPr>
      </a:lvl1pPr>
      <a:lvl2pPr marL="742950" indent="-285750" algn="l" rtl="0" eaLnBrk="1" fontAlgn="base" hangingPunct="1">
        <a:spcBef>
          <a:spcPct val="50000"/>
        </a:spcBef>
        <a:spcAft>
          <a:spcPct val="0"/>
        </a:spcAft>
        <a:buSzPct val="75000"/>
        <a:buChar char="–"/>
        <a:defRPr sz="2200">
          <a:solidFill>
            <a:schemeClr val="tx1"/>
          </a:solidFill>
          <a:latin typeface="+mn-lt"/>
          <a:ea typeface="Arial" charset="0"/>
          <a:cs typeface="+mn-cs"/>
        </a:defRPr>
      </a:lvl2pPr>
      <a:lvl3pPr marL="1143000" indent="-228600" algn="l" rtl="0" eaLnBrk="1" fontAlgn="base" hangingPunct="1">
        <a:spcBef>
          <a:spcPct val="50000"/>
        </a:spcBef>
        <a:spcAft>
          <a:spcPct val="0"/>
        </a:spcAft>
        <a:buSzPct val="75000"/>
        <a:buFont typeface="Wingdings" pitchFamily="2" charset="2"/>
        <a:buChar char="Ø"/>
        <a:defRPr sz="1900">
          <a:solidFill>
            <a:schemeClr val="tx1"/>
          </a:solidFill>
          <a:latin typeface="+mn-lt"/>
          <a:ea typeface="Arial" charset="0"/>
          <a:cs typeface="+mn-cs"/>
        </a:defRPr>
      </a:lvl3pPr>
      <a:lvl4pPr marL="16002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4pPr>
      <a:lvl5pPr marL="20574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5pPr>
      <a:lvl6pPr marL="2514600" indent="-228600" algn="l" rtl="0" eaLnBrk="1" fontAlgn="base" hangingPunct="1">
        <a:spcBef>
          <a:spcPct val="50000"/>
        </a:spcBef>
        <a:spcAft>
          <a:spcPct val="0"/>
        </a:spcAft>
        <a:buSzPct val="75000"/>
        <a:buChar char="»"/>
        <a:defRPr>
          <a:solidFill>
            <a:schemeClr val="tx1"/>
          </a:solidFill>
          <a:latin typeface="+mn-lt"/>
          <a:cs typeface="+mn-cs"/>
        </a:defRPr>
      </a:lvl6pPr>
      <a:lvl7pPr marL="2971800" indent="-228600" algn="l" rtl="0" eaLnBrk="1" fontAlgn="base" hangingPunct="1">
        <a:spcBef>
          <a:spcPct val="50000"/>
        </a:spcBef>
        <a:spcAft>
          <a:spcPct val="0"/>
        </a:spcAft>
        <a:buSzPct val="75000"/>
        <a:buChar char="»"/>
        <a:defRPr>
          <a:solidFill>
            <a:schemeClr val="tx1"/>
          </a:solidFill>
          <a:latin typeface="+mn-lt"/>
          <a:cs typeface="+mn-cs"/>
        </a:defRPr>
      </a:lvl7pPr>
      <a:lvl8pPr marL="3429000" indent="-228600" algn="l" rtl="0" eaLnBrk="1" fontAlgn="base" hangingPunct="1">
        <a:spcBef>
          <a:spcPct val="50000"/>
        </a:spcBef>
        <a:spcAft>
          <a:spcPct val="0"/>
        </a:spcAft>
        <a:buSzPct val="75000"/>
        <a:buChar char="»"/>
        <a:defRPr>
          <a:solidFill>
            <a:schemeClr val="tx1"/>
          </a:solidFill>
          <a:latin typeface="+mn-lt"/>
          <a:cs typeface="+mn-cs"/>
        </a:defRPr>
      </a:lvl8pPr>
      <a:lvl9pPr marL="3886200" indent="-228600" algn="l" rtl="0" eaLnBrk="1" fontAlgn="base" hangingPunct="1">
        <a:spcBef>
          <a:spcPct val="50000"/>
        </a:spcBef>
        <a:spcAft>
          <a:spcPct val="0"/>
        </a:spcAft>
        <a:buSzPct val="75000"/>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11824" y="-1"/>
            <a:ext cx="7488832" cy="105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ctr" anchorCtr="0" compatLnSpc="1">
            <a:prstTxWarp prst="textNoShape">
              <a:avLst/>
            </a:prstTxWarp>
          </a:bodyPr>
          <a:lstStyle/>
          <a:p>
            <a:pPr lvl="0"/>
            <a:r>
              <a:rPr lang="en-US" altLang="en-US" dirty="0"/>
              <a:t>Slide Title</a:t>
            </a:r>
          </a:p>
        </p:txBody>
      </p:sp>
      <p:sp>
        <p:nvSpPr>
          <p:cNvPr id="1027" name="Rectangle 3"/>
          <p:cNvSpPr>
            <a:spLocks noGrp="1" noChangeArrowheads="1"/>
          </p:cNvSpPr>
          <p:nvPr>
            <p:ph type="body" idx="1"/>
          </p:nvPr>
        </p:nvSpPr>
        <p:spPr bwMode="auto">
          <a:xfrm>
            <a:off x="609600" y="1511300"/>
            <a:ext cx="1097280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Line 4"/>
          <p:cNvSpPr>
            <a:spLocks noChangeShapeType="1"/>
          </p:cNvSpPr>
          <p:nvPr/>
        </p:nvSpPr>
        <p:spPr bwMode="auto">
          <a:xfrm>
            <a:off x="0" y="1052736"/>
            <a:ext cx="121920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30" name="Text Box 6"/>
          <p:cNvSpPr txBox="1">
            <a:spLocks noChangeArrowheads="1"/>
          </p:cNvSpPr>
          <p:nvPr/>
        </p:nvSpPr>
        <p:spPr bwMode="auto">
          <a:xfrm>
            <a:off x="11732363" y="6556375"/>
            <a:ext cx="394340" cy="305212"/>
          </a:xfrm>
          <a:prstGeom prst="rect">
            <a:avLst/>
          </a:prstGeom>
          <a:noFill/>
          <a:ln>
            <a:noFill/>
          </a:ln>
        </p:spPr>
        <p:txBody>
          <a:bodyPr wrap="none" lIns="90488" tIns="44450" rIns="90488" bIns="44450">
            <a:spAutoFit/>
          </a:bodyPr>
          <a:lstStyle>
            <a:lvl1pPr eaLnBrk="0" hangingPunct="0">
              <a:defRPr sz="2400">
                <a:solidFill>
                  <a:schemeClr val="tx1"/>
                </a:solidFill>
                <a:latin typeface="Calibri" pitchFamily="34" charset="0"/>
                <a:ea typeface="ＭＳ Ｐゴシック" charset="-128"/>
              </a:defRPr>
            </a:lvl1pPr>
            <a:lvl2pPr marL="742950" indent="-285750" eaLnBrk="0" hangingPunct="0">
              <a:defRPr sz="2400">
                <a:solidFill>
                  <a:schemeClr val="tx1"/>
                </a:solidFill>
                <a:latin typeface="Calibri" pitchFamily="34" charset="0"/>
                <a:ea typeface="ＭＳ Ｐゴシック" charset="-128"/>
              </a:defRPr>
            </a:lvl2pPr>
            <a:lvl3pPr marL="1143000" indent="-228600" eaLnBrk="0" hangingPunct="0">
              <a:defRPr sz="2400">
                <a:solidFill>
                  <a:schemeClr val="tx1"/>
                </a:solidFill>
                <a:latin typeface="Calibri" pitchFamily="34" charset="0"/>
                <a:ea typeface="ＭＳ Ｐゴシック" charset="-128"/>
              </a:defRPr>
            </a:lvl3pPr>
            <a:lvl4pPr marL="1600200" indent="-228600" eaLnBrk="0" hangingPunct="0">
              <a:defRPr sz="2400">
                <a:solidFill>
                  <a:schemeClr val="tx1"/>
                </a:solidFill>
                <a:latin typeface="Calibri" pitchFamily="34" charset="0"/>
                <a:ea typeface="ＭＳ Ｐゴシック" charset="-128"/>
              </a:defRPr>
            </a:lvl4pPr>
            <a:lvl5pPr marL="2057400" indent="-228600" eaLnBrk="0" hangingPunct="0">
              <a:defRPr sz="2400">
                <a:solidFill>
                  <a:schemeClr val="tx1"/>
                </a:solidFill>
                <a:latin typeface="Calibri"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Calibri"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Calibri"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Calibri"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Calibri" pitchFamily="34" charset="0"/>
                <a:ea typeface="ＭＳ Ｐゴシック" charset="-128"/>
              </a:defRPr>
            </a:lvl9pPr>
          </a:lstStyle>
          <a:p>
            <a:pPr algn="ctr" eaLnBrk="1" hangingPunct="1">
              <a:defRPr/>
            </a:pPr>
            <a:fld id="{89D12691-A36D-455D-8F47-CA96310C1226}" type="slidenum">
              <a:rPr lang="en-US" altLang="en-US" sz="1400" smtClean="0"/>
              <a:pPr algn="ctr" eaLnBrk="1" hangingPunct="1">
                <a:defRPr/>
              </a:pPr>
              <a:t>‹#›</a:t>
            </a:fld>
            <a:endParaRPr lang="en-US" altLang="en-US" sz="1400"/>
          </a:p>
        </p:txBody>
      </p:sp>
      <p:pic>
        <p:nvPicPr>
          <p:cNvPr id="9" name="Picture 8">
            <a:extLst>
              <a:ext uri="{FF2B5EF4-FFF2-40B4-BE49-F238E27FC236}">
                <a16:creationId xmlns:a16="http://schemas.microsoft.com/office/drawing/2014/main" id="{01D57BFE-9DF2-4790-9508-86526859554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2712" y="-315416"/>
            <a:ext cx="5112568" cy="1680713"/>
          </a:xfrm>
          <a:prstGeom prst="rect">
            <a:avLst/>
          </a:prstGeom>
        </p:spPr>
      </p:pic>
    </p:spTree>
    <p:extLst>
      <p:ext uri="{BB962C8B-B14F-4D97-AF65-F5344CB8AC3E}">
        <p14:creationId xmlns:p14="http://schemas.microsoft.com/office/powerpoint/2010/main" val="303161471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Lst>
  <p:txStyles>
    <p:title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p:titleStyle>
    <p:bodyStyle>
      <a:lvl1pPr marL="342900" indent="-342900" algn="l" rtl="0" eaLnBrk="1" fontAlgn="base" hangingPunct="1">
        <a:spcBef>
          <a:spcPct val="50000"/>
        </a:spcBef>
        <a:spcAft>
          <a:spcPct val="0"/>
        </a:spcAft>
        <a:buSzPct val="75000"/>
        <a:buChar char="•"/>
        <a:defRPr sz="3000">
          <a:solidFill>
            <a:schemeClr val="tx1"/>
          </a:solidFill>
          <a:latin typeface="+mn-lt"/>
          <a:ea typeface="ＭＳ Ｐゴシック" charset="0"/>
          <a:cs typeface="+mn-cs"/>
        </a:defRPr>
      </a:lvl1pPr>
      <a:lvl2pPr marL="742950" indent="-285750" algn="l" rtl="0" eaLnBrk="1" fontAlgn="base" hangingPunct="1">
        <a:spcBef>
          <a:spcPct val="50000"/>
        </a:spcBef>
        <a:spcAft>
          <a:spcPct val="0"/>
        </a:spcAft>
        <a:buSzPct val="75000"/>
        <a:buChar char="–"/>
        <a:defRPr sz="2200">
          <a:solidFill>
            <a:schemeClr val="tx1"/>
          </a:solidFill>
          <a:latin typeface="+mn-lt"/>
          <a:ea typeface="Arial" charset="0"/>
          <a:cs typeface="+mn-cs"/>
        </a:defRPr>
      </a:lvl2pPr>
      <a:lvl3pPr marL="1143000" indent="-228600" algn="l" rtl="0" eaLnBrk="1" fontAlgn="base" hangingPunct="1">
        <a:spcBef>
          <a:spcPct val="50000"/>
        </a:spcBef>
        <a:spcAft>
          <a:spcPct val="0"/>
        </a:spcAft>
        <a:buSzPct val="75000"/>
        <a:buFont typeface="Wingdings" pitchFamily="2" charset="2"/>
        <a:buChar char="Ø"/>
        <a:defRPr sz="1900">
          <a:solidFill>
            <a:schemeClr val="tx1"/>
          </a:solidFill>
          <a:latin typeface="+mn-lt"/>
          <a:ea typeface="Arial" charset="0"/>
          <a:cs typeface="+mn-cs"/>
        </a:defRPr>
      </a:lvl3pPr>
      <a:lvl4pPr marL="16002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4pPr>
      <a:lvl5pPr marL="20574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5pPr>
      <a:lvl6pPr marL="2514600" indent="-228600" algn="l" rtl="0" eaLnBrk="1" fontAlgn="base" hangingPunct="1">
        <a:spcBef>
          <a:spcPct val="50000"/>
        </a:spcBef>
        <a:spcAft>
          <a:spcPct val="0"/>
        </a:spcAft>
        <a:buSzPct val="75000"/>
        <a:buChar char="»"/>
        <a:defRPr>
          <a:solidFill>
            <a:schemeClr val="tx1"/>
          </a:solidFill>
          <a:latin typeface="+mn-lt"/>
          <a:cs typeface="+mn-cs"/>
        </a:defRPr>
      </a:lvl6pPr>
      <a:lvl7pPr marL="2971800" indent="-228600" algn="l" rtl="0" eaLnBrk="1" fontAlgn="base" hangingPunct="1">
        <a:spcBef>
          <a:spcPct val="50000"/>
        </a:spcBef>
        <a:spcAft>
          <a:spcPct val="0"/>
        </a:spcAft>
        <a:buSzPct val="75000"/>
        <a:buChar char="»"/>
        <a:defRPr>
          <a:solidFill>
            <a:schemeClr val="tx1"/>
          </a:solidFill>
          <a:latin typeface="+mn-lt"/>
          <a:cs typeface="+mn-cs"/>
        </a:defRPr>
      </a:lvl7pPr>
      <a:lvl8pPr marL="3429000" indent="-228600" algn="l" rtl="0" eaLnBrk="1" fontAlgn="base" hangingPunct="1">
        <a:spcBef>
          <a:spcPct val="50000"/>
        </a:spcBef>
        <a:spcAft>
          <a:spcPct val="0"/>
        </a:spcAft>
        <a:buSzPct val="75000"/>
        <a:buChar char="»"/>
        <a:defRPr>
          <a:solidFill>
            <a:schemeClr val="tx1"/>
          </a:solidFill>
          <a:latin typeface="+mn-lt"/>
          <a:cs typeface="+mn-cs"/>
        </a:defRPr>
      </a:lvl8pPr>
      <a:lvl9pPr marL="3886200" indent="-228600" algn="l" rtl="0" eaLnBrk="1" fontAlgn="base" hangingPunct="1">
        <a:spcBef>
          <a:spcPct val="50000"/>
        </a:spcBef>
        <a:spcAft>
          <a:spcPct val="0"/>
        </a:spcAft>
        <a:buSzPct val="75000"/>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15.png"/><Relationship Id="rId21" Type="http://schemas.openxmlformats.org/officeDocument/2006/relationships/image" Target="../media/image51.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1" Type="http://schemas.openxmlformats.org/officeDocument/2006/relationships/slideLayout" Target="../slideLayouts/slideLayout11.xml"/><Relationship Id="rId24" Type="http://schemas.openxmlformats.org/officeDocument/2006/relationships/image" Target="../media/image54.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17.png"/><Relationship Id="rId19" Type="http://schemas.openxmlformats.org/officeDocument/2006/relationships/image" Target="../media/image49.png"/><Relationship Id="rId4" Type="http://schemas.openxmlformats.org/officeDocument/2006/relationships/image" Target="../media/image16.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s>
</file>

<file path=ppt/slides/_rels/slide5.xml.rels><?xml version="1.0" encoding="UTF-8" standalone="yes"?>
<Relationships xmlns="http://schemas.openxmlformats.org/package/2006/relationships"><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16.png"/><Relationship Id="rId21" Type="http://schemas.openxmlformats.org/officeDocument/2006/relationships/image" Target="../media/image51.png"/><Relationship Id="rId34" Type="http://schemas.openxmlformats.org/officeDocument/2006/relationships/image" Target="../media/image24.png"/><Relationship Id="rId17" Type="http://schemas.openxmlformats.org/officeDocument/2006/relationships/image" Target="../media/image47.png"/><Relationship Id="rId25" Type="http://schemas.openxmlformats.org/officeDocument/2006/relationships/image" Target="../media/image55.png"/><Relationship Id="rId33" Type="http://schemas.openxmlformats.org/officeDocument/2006/relationships/image" Target="../media/image23.png"/><Relationship Id="rId2" Type="http://schemas.openxmlformats.org/officeDocument/2006/relationships/notesSlide" Target="../notesSlides/notesSlide5.xml"/><Relationship Id="rId16" Type="http://schemas.openxmlformats.org/officeDocument/2006/relationships/image" Target="../media/image46.png"/><Relationship Id="rId29" Type="http://schemas.openxmlformats.org/officeDocument/2006/relationships/image" Target="../media/image19.png"/><Relationship Id="rId1" Type="http://schemas.openxmlformats.org/officeDocument/2006/relationships/slideLayout" Target="../slideLayouts/slideLayout14.xml"/><Relationship Id="rId24" Type="http://schemas.openxmlformats.org/officeDocument/2006/relationships/image" Target="../media/image54.png"/><Relationship Id="rId32" Type="http://schemas.openxmlformats.org/officeDocument/2006/relationships/image" Target="../media/image22.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18.png"/><Relationship Id="rId19" Type="http://schemas.openxmlformats.org/officeDocument/2006/relationships/image" Target="../media/image49.png"/><Relationship Id="rId31" Type="http://schemas.openxmlformats.org/officeDocument/2006/relationships/image" Target="../media/image21.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20.png"/><Relationship Id="rId35"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33.png"/><Relationship Id="rId5"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8.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31.png"/><Relationship Id="rId11" Type="http://schemas.openxmlformats.org/officeDocument/2006/relationships/image" Target="../media/image38.png"/><Relationship Id="rId5" Type="http://schemas.openxmlformats.org/officeDocument/2006/relationships/image" Target="../media/image30.png"/><Relationship Id="rId10" Type="http://schemas.openxmlformats.org/officeDocument/2006/relationships/image" Target="../media/image37.png"/><Relationship Id="rId4" Type="http://schemas.openxmlformats.org/officeDocument/2006/relationships/image" Target="../media/image29.pn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331.png"/><Relationship Id="rId13" Type="http://schemas.openxmlformats.org/officeDocument/2006/relationships/image" Target="../media/image390.png"/><Relationship Id="rId3" Type="http://schemas.openxmlformats.org/officeDocument/2006/relationships/image" Target="../media/image40.png"/><Relationship Id="rId7" Type="http://schemas.openxmlformats.org/officeDocument/2006/relationships/image" Target="../media/image42.png"/><Relationship Id="rId12" Type="http://schemas.openxmlformats.org/officeDocument/2006/relationships/image" Target="../media/image380.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41.png"/><Relationship Id="rId11" Type="http://schemas.openxmlformats.org/officeDocument/2006/relationships/image" Target="../media/image370.png"/><Relationship Id="rId5" Type="http://schemas.openxmlformats.org/officeDocument/2006/relationships/image" Target="../media/image160.png"/><Relationship Id="rId15" Type="http://schemas.openxmlformats.org/officeDocument/2006/relationships/image" Target="../media/image410.png"/><Relationship Id="rId10" Type="http://schemas.openxmlformats.org/officeDocument/2006/relationships/image" Target="../media/image361.png"/><Relationship Id="rId4" Type="http://schemas.openxmlformats.org/officeDocument/2006/relationships/image" Target="../media/image341.png"/><Relationship Id="rId9" Type="http://schemas.openxmlformats.org/officeDocument/2006/relationships/image" Target="../media/image351.png"/><Relationship Id="rId14" Type="http://schemas.openxmlformats.org/officeDocument/2006/relationships/image" Target="../media/image400.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58.png"/></Relationships>
</file>

<file path=ppt/slides/_rels/slide10.xml.rels><?xml version="1.0" encoding="UTF-8" standalone="yes"?>
<Relationships xmlns="http://schemas.openxmlformats.org/package/2006/relationships"><Relationship Id="rId8" Type="http://schemas.openxmlformats.org/officeDocument/2006/relationships/image" Target="../media/image550.png"/><Relationship Id="rId13" Type="http://schemas.openxmlformats.org/officeDocument/2006/relationships/image" Target="../media/image60.png"/><Relationship Id="rId18" Type="http://schemas.openxmlformats.org/officeDocument/2006/relationships/image" Target="../media/image65.png"/><Relationship Id="rId3" Type="http://schemas.openxmlformats.org/officeDocument/2006/relationships/image" Target="../media/image500.png"/><Relationship Id="rId7" Type="http://schemas.openxmlformats.org/officeDocument/2006/relationships/image" Target="../media/image540.png"/><Relationship Id="rId12" Type="http://schemas.openxmlformats.org/officeDocument/2006/relationships/image" Target="../media/image59.png"/><Relationship Id="rId17" Type="http://schemas.openxmlformats.org/officeDocument/2006/relationships/image" Target="../media/image64.png"/><Relationship Id="rId2" Type="http://schemas.openxmlformats.org/officeDocument/2006/relationships/notesSlide" Target="../notesSlides/notesSlide10.xml"/><Relationship Id="rId16" Type="http://schemas.openxmlformats.org/officeDocument/2006/relationships/image" Target="../media/image63.png"/><Relationship Id="rId1" Type="http://schemas.openxmlformats.org/officeDocument/2006/relationships/slideLayout" Target="../slideLayouts/slideLayout14.xml"/><Relationship Id="rId6" Type="http://schemas.openxmlformats.org/officeDocument/2006/relationships/image" Target="../media/image530.png"/><Relationship Id="rId11" Type="http://schemas.openxmlformats.org/officeDocument/2006/relationships/image" Target="../media/image580.png"/><Relationship Id="rId5" Type="http://schemas.openxmlformats.org/officeDocument/2006/relationships/image" Target="../media/image520.png"/><Relationship Id="rId15" Type="http://schemas.openxmlformats.org/officeDocument/2006/relationships/image" Target="../media/image62.png"/><Relationship Id="rId10" Type="http://schemas.openxmlformats.org/officeDocument/2006/relationships/image" Target="../media/image570.png"/><Relationship Id="rId4" Type="http://schemas.openxmlformats.org/officeDocument/2006/relationships/image" Target="../media/image510.png"/><Relationship Id="rId9" Type="http://schemas.openxmlformats.org/officeDocument/2006/relationships/image" Target="../media/image560.png"/><Relationship Id="rId14" Type="http://schemas.openxmlformats.org/officeDocument/2006/relationships/image" Target="../media/image61.png"/></Relationships>
</file>

<file path=ppt/slides/_rels/slide11.xml.rels><?xml version="1.0" encoding="UTF-8" standalone="yes"?>
<Relationships xmlns="http://schemas.openxmlformats.org/package/2006/relationships"><Relationship Id="rId8" Type="http://schemas.openxmlformats.org/officeDocument/2006/relationships/image" Target="../media/image310.png"/><Relationship Id="rId13" Type="http://schemas.openxmlformats.org/officeDocument/2006/relationships/image" Target="../media/image360.png"/><Relationship Id="rId18" Type="http://schemas.openxmlformats.org/officeDocument/2006/relationships/image" Target="../media/image411.png"/><Relationship Id="rId3" Type="http://schemas.openxmlformats.org/officeDocument/2006/relationships/image" Target="../media/image260.png"/><Relationship Id="rId21" Type="http://schemas.openxmlformats.org/officeDocument/2006/relationships/image" Target="../media/image440.png"/><Relationship Id="rId7" Type="http://schemas.openxmlformats.org/officeDocument/2006/relationships/image" Target="../media/image300.png"/><Relationship Id="rId12" Type="http://schemas.openxmlformats.org/officeDocument/2006/relationships/image" Target="../media/image350.png"/><Relationship Id="rId17" Type="http://schemas.openxmlformats.org/officeDocument/2006/relationships/image" Target="../media/image401.png"/><Relationship Id="rId2" Type="http://schemas.openxmlformats.org/officeDocument/2006/relationships/notesSlide" Target="../notesSlides/notesSlide11.xml"/><Relationship Id="rId16" Type="http://schemas.openxmlformats.org/officeDocument/2006/relationships/image" Target="../media/image391.png"/><Relationship Id="rId20" Type="http://schemas.openxmlformats.org/officeDocument/2006/relationships/image" Target="../media/image430.png"/><Relationship Id="rId1" Type="http://schemas.openxmlformats.org/officeDocument/2006/relationships/slideLayout" Target="../slideLayouts/slideLayout14.xml"/><Relationship Id="rId6" Type="http://schemas.openxmlformats.org/officeDocument/2006/relationships/image" Target="../media/image290.png"/><Relationship Id="rId11" Type="http://schemas.openxmlformats.org/officeDocument/2006/relationships/image" Target="../media/image340.png"/><Relationship Id="rId5" Type="http://schemas.openxmlformats.org/officeDocument/2006/relationships/image" Target="../media/image280.png"/><Relationship Id="rId15" Type="http://schemas.openxmlformats.org/officeDocument/2006/relationships/image" Target="../media/image381.png"/><Relationship Id="rId10" Type="http://schemas.openxmlformats.org/officeDocument/2006/relationships/image" Target="../media/image330.png"/><Relationship Id="rId19" Type="http://schemas.openxmlformats.org/officeDocument/2006/relationships/image" Target="../media/image420.png"/><Relationship Id="rId4" Type="http://schemas.openxmlformats.org/officeDocument/2006/relationships/image" Target="../media/image270.png"/><Relationship Id="rId9" Type="http://schemas.openxmlformats.org/officeDocument/2006/relationships/image" Target="../media/image320.png"/><Relationship Id="rId14" Type="http://schemas.openxmlformats.org/officeDocument/2006/relationships/image" Target="../media/image371.png"/><Relationship Id="rId22" Type="http://schemas.openxmlformats.org/officeDocument/2006/relationships/image" Target="../media/image450.png"/></Relationships>
</file>

<file path=ppt/slides/_rels/slide1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68.png"/><Relationship Id="rId4" Type="http://schemas.openxmlformats.org/officeDocument/2006/relationships/image" Target="../media/image67.png"/></Relationships>
</file>

<file path=ppt/slides/_rels/slide13.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70.png"/></Relationships>
</file>

<file path=ppt/slides/_rels/slide14.xml.rels><?xml version="1.0" encoding="UTF-8" standalone="yes"?>
<Relationships xmlns="http://schemas.openxmlformats.org/package/2006/relationships"><Relationship Id="rId3" Type="http://schemas.openxmlformats.org/officeDocument/2006/relationships/hyperlink" Target="mailto:yawei.zhai@sjtu.edu.cn"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hyperlink" Target="http://gnc.sjtu.edu.c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E907726B-5E7C-4935-853C-92DF0C8CBD3D}"/>
              </a:ext>
            </a:extLst>
          </p:cNvPr>
          <p:cNvSpPr txBox="1">
            <a:spLocks/>
          </p:cNvSpPr>
          <p:nvPr/>
        </p:nvSpPr>
        <p:spPr bwMode="auto">
          <a:xfrm>
            <a:off x="1050928" y="1787617"/>
            <a:ext cx="10796577" cy="4558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lvl1pPr marL="0" indent="0" algn="l" rtl="0" eaLnBrk="1" fontAlgn="base" hangingPunct="1">
              <a:spcBef>
                <a:spcPct val="50000"/>
              </a:spcBef>
              <a:spcAft>
                <a:spcPct val="0"/>
              </a:spcAft>
              <a:buSzPct val="75000"/>
              <a:buNone/>
              <a:defRPr sz="4400" b="1">
                <a:solidFill>
                  <a:schemeClr val="tx1"/>
                </a:solidFill>
                <a:latin typeface="+mj-lt"/>
                <a:ea typeface="ＭＳ Ｐゴシック" charset="0"/>
                <a:cs typeface="+mn-cs"/>
              </a:defRPr>
            </a:lvl1pPr>
            <a:lvl2pPr marL="742950" indent="-285750" algn="l" rtl="0" eaLnBrk="1" fontAlgn="base" hangingPunct="1">
              <a:spcBef>
                <a:spcPct val="50000"/>
              </a:spcBef>
              <a:spcAft>
                <a:spcPct val="0"/>
              </a:spcAft>
              <a:buSzPct val="75000"/>
              <a:buChar char="–"/>
              <a:defRPr sz="2200">
                <a:solidFill>
                  <a:schemeClr val="tx1"/>
                </a:solidFill>
                <a:latin typeface="+mn-lt"/>
                <a:ea typeface="Arial" charset="0"/>
                <a:cs typeface="+mn-cs"/>
              </a:defRPr>
            </a:lvl2pPr>
            <a:lvl3pPr marL="1143000" indent="-228600" algn="l" rtl="0" eaLnBrk="1" fontAlgn="base" hangingPunct="1">
              <a:spcBef>
                <a:spcPct val="50000"/>
              </a:spcBef>
              <a:spcAft>
                <a:spcPct val="0"/>
              </a:spcAft>
              <a:buSzPct val="75000"/>
              <a:buFont typeface="Wingdings" pitchFamily="2" charset="2"/>
              <a:buChar char="Ø"/>
              <a:defRPr sz="1900">
                <a:solidFill>
                  <a:schemeClr val="tx1"/>
                </a:solidFill>
                <a:latin typeface="+mn-lt"/>
                <a:ea typeface="Arial" charset="0"/>
                <a:cs typeface="+mn-cs"/>
              </a:defRPr>
            </a:lvl3pPr>
            <a:lvl4pPr marL="16002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4pPr>
            <a:lvl5pPr marL="20574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5pPr>
            <a:lvl6pPr marL="2514600" indent="-228600" algn="l" rtl="0" eaLnBrk="1" fontAlgn="base" hangingPunct="1">
              <a:spcBef>
                <a:spcPct val="50000"/>
              </a:spcBef>
              <a:spcAft>
                <a:spcPct val="0"/>
              </a:spcAft>
              <a:buSzPct val="75000"/>
              <a:buChar char="»"/>
              <a:defRPr>
                <a:solidFill>
                  <a:schemeClr val="tx1"/>
                </a:solidFill>
                <a:latin typeface="+mn-lt"/>
                <a:cs typeface="+mn-cs"/>
              </a:defRPr>
            </a:lvl6pPr>
            <a:lvl7pPr marL="2971800" indent="-228600" algn="l" rtl="0" eaLnBrk="1" fontAlgn="base" hangingPunct="1">
              <a:spcBef>
                <a:spcPct val="50000"/>
              </a:spcBef>
              <a:spcAft>
                <a:spcPct val="0"/>
              </a:spcAft>
              <a:buSzPct val="75000"/>
              <a:buChar char="»"/>
              <a:defRPr>
                <a:solidFill>
                  <a:schemeClr val="tx1"/>
                </a:solidFill>
                <a:latin typeface="+mn-lt"/>
                <a:cs typeface="+mn-cs"/>
              </a:defRPr>
            </a:lvl7pPr>
            <a:lvl8pPr marL="3429000" indent="-228600" algn="l" rtl="0" eaLnBrk="1" fontAlgn="base" hangingPunct="1">
              <a:spcBef>
                <a:spcPct val="50000"/>
              </a:spcBef>
              <a:spcAft>
                <a:spcPct val="0"/>
              </a:spcAft>
              <a:buSzPct val="75000"/>
              <a:buChar char="»"/>
              <a:defRPr>
                <a:solidFill>
                  <a:schemeClr val="tx1"/>
                </a:solidFill>
                <a:latin typeface="+mn-lt"/>
                <a:cs typeface="+mn-cs"/>
              </a:defRPr>
            </a:lvl8pPr>
            <a:lvl9pPr marL="3886200" indent="-228600" algn="l" rtl="0" eaLnBrk="1" fontAlgn="base" hangingPunct="1">
              <a:spcBef>
                <a:spcPct val="50000"/>
              </a:spcBef>
              <a:spcAft>
                <a:spcPct val="0"/>
              </a:spcAft>
              <a:buSzPct val="75000"/>
              <a:buChar char="»"/>
              <a:defRPr>
                <a:solidFill>
                  <a:schemeClr val="tx1"/>
                </a:solidFill>
                <a:latin typeface="+mn-lt"/>
                <a:cs typeface="+mn-cs"/>
              </a:defRPr>
            </a:lvl9pPr>
          </a:lstStyle>
          <a:p>
            <a:pPr>
              <a:spcBef>
                <a:spcPts val="0"/>
              </a:spcBef>
            </a:pPr>
            <a:r>
              <a:rPr lang="en-US" altLang="zh-CN" kern="0" dirty="0"/>
              <a:t>Quantification of Map Matching Credibility based on GNSS Positioning Covariance</a:t>
            </a:r>
          </a:p>
          <a:p>
            <a:pPr>
              <a:spcBef>
                <a:spcPts val="0"/>
              </a:spcBef>
            </a:pPr>
            <a:endParaRPr lang="en-US" altLang="zh-CN" sz="2000" kern="0" dirty="0">
              <a:latin typeface="Arial" panose="020B0604020202020204" pitchFamily="34" charset="0"/>
              <a:ea typeface="黑体" panose="02010609060101010101" pitchFamily="49" charset="-122"/>
            </a:endParaRPr>
          </a:p>
          <a:p>
            <a:pPr>
              <a:spcBef>
                <a:spcPts val="0"/>
              </a:spcBef>
            </a:pPr>
            <a:r>
              <a:rPr lang="en-US" altLang="zh-CN" sz="2800" b="0" kern="0" dirty="0">
                <a:latin typeface="Arial" panose="020B0604020202020204" pitchFamily="34" charset="0"/>
                <a:ea typeface="黑体" panose="02010609060101010101" pitchFamily="49" charset="-122"/>
              </a:rPr>
              <a:t>Reporter: Chenzhang Ning</a:t>
            </a:r>
            <a:endParaRPr kumimoji="0" lang="en-US" altLang="zh-CN" sz="300" b="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mn-cs"/>
            </a:endParaRPr>
          </a:p>
          <a:p>
            <a:pPr>
              <a:spcBef>
                <a:spcPts val="0"/>
              </a:spcBef>
            </a:pPr>
            <a:endParaRPr lang="en-US" altLang="zh-CN" sz="300" b="0" kern="0" dirty="0">
              <a:latin typeface="Arial" panose="020B0604020202020204" pitchFamily="34" charset="0"/>
              <a:ea typeface="黑体" panose="02010609060101010101" pitchFamily="49" charset="-122"/>
            </a:endParaRPr>
          </a:p>
          <a:p>
            <a:pPr>
              <a:spcBef>
                <a:spcPts val="0"/>
              </a:spcBef>
            </a:pPr>
            <a:r>
              <a:rPr lang="en-US" altLang="zh-CN" sz="2400" b="0" kern="0" dirty="0">
                <a:latin typeface="Arial" panose="020B0604020202020204" pitchFamily="34" charset="0"/>
                <a:ea typeface="黑体" panose="02010609060101010101" pitchFamily="49" charset="-122"/>
              </a:rPr>
              <a:t>GNC Lab, SJTU</a:t>
            </a:r>
          </a:p>
          <a:p>
            <a:pPr>
              <a:spcBef>
                <a:spcPts val="0"/>
              </a:spcBef>
            </a:pPr>
            <a:endParaRPr lang="en-US" altLang="zh-CN" sz="2000" b="0" kern="0" dirty="0">
              <a:latin typeface="Arial" panose="020B0604020202020204" pitchFamily="34" charset="0"/>
              <a:ea typeface="黑体" panose="02010609060101010101" pitchFamily="49" charset="-122"/>
            </a:endParaRPr>
          </a:p>
          <a:p>
            <a:pPr>
              <a:spcBef>
                <a:spcPts val="0"/>
              </a:spcBef>
            </a:pPr>
            <a:endParaRPr lang="en-US" altLang="zh-CN" sz="2000" b="0" kern="0" dirty="0">
              <a:latin typeface="Arial" panose="020B0604020202020204" pitchFamily="34" charset="0"/>
              <a:ea typeface="黑体" panose="02010609060101010101" pitchFamily="49" charset="-122"/>
            </a:endParaRPr>
          </a:p>
          <a:p>
            <a:pPr>
              <a:spcBef>
                <a:spcPts val="0"/>
              </a:spcBef>
            </a:pPr>
            <a:r>
              <a:rPr lang="en-US" altLang="zh-CN" sz="2200" kern="0" dirty="0">
                <a:latin typeface="Arial" panose="020B0604020202020204" pitchFamily="34" charset="0"/>
                <a:ea typeface="黑体" panose="02010609060101010101" pitchFamily="49" charset="-122"/>
              </a:rPr>
              <a:t>ICASSE 2025, SINGAPORE</a:t>
            </a:r>
          </a:p>
          <a:p>
            <a:pPr>
              <a:spcBef>
                <a:spcPts val="0"/>
              </a:spcBef>
            </a:pPr>
            <a:r>
              <a:rPr lang="en-US" altLang="zh-CN" sz="2000" b="0" i="1" kern="0" dirty="0">
                <a:latin typeface="Arial" panose="020B0604020202020204" pitchFamily="34" charset="0"/>
                <a:ea typeface="黑体" panose="02010609060101010101" pitchFamily="49" charset="-122"/>
              </a:rPr>
              <a:t>July. 31</a:t>
            </a:r>
            <a:r>
              <a:rPr lang="en-US" altLang="zh-CN" sz="2000" b="0" i="1" kern="0" baseline="30000" dirty="0">
                <a:latin typeface="Arial" panose="020B0604020202020204" pitchFamily="34" charset="0"/>
                <a:ea typeface="黑体" panose="02010609060101010101" pitchFamily="49" charset="-122"/>
              </a:rPr>
              <a:t>st</a:t>
            </a:r>
            <a:r>
              <a:rPr lang="en-US" altLang="zh-CN" sz="2000" b="0" i="1" kern="0" dirty="0">
                <a:latin typeface="Arial" panose="020B0604020202020204" pitchFamily="34" charset="0"/>
                <a:ea typeface="黑体" panose="02010609060101010101" pitchFamily="49" charset="-122"/>
              </a:rPr>
              <a:t>, 2025</a:t>
            </a:r>
          </a:p>
        </p:txBody>
      </p:sp>
    </p:spTree>
    <p:extLst>
      <p:ext uri="{BB962C8B-B14F-4D97-AF65-F5344CB8AC3E}">
        <p14:creationId xmlns:p14="http://schemas.microsoft.com/office/powerpoint/2010/main" val="536868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FD65C-4AEB-4F51-9782-5171A1DA0C6A}"/>
              </a:ext>
            </a:extLst>
          </p:cNvPr>
          <p:cNvSpPr>
            <a:spLocks noGrp="1"/>
          </p:cNvSpPr>
          <p:nvPr>
            <p:ph type="title"/>
          </p:nvPr>
        </p:nvSpPr>
        <p:spPr/>
        <p:txBody>
          <a:bodyPr/>
          <a:lstStyle/>
          <a:p>
            <a:r>
              <a:rPr lang="en-US" altLang="zh-CN" dirty="0"/>
              <a:t>Application Scenario</a:t>
            </a:r>
            <a:endParaRPr lang="zh-CN" altLang="en-US" dirty="0"/>
          </a:p>
        </p:txBody>
      </p:sp>
      <p:sp>
        <p:nvSpPr>
          <p:cNvPr id="11" name="文本框 10">
            <a:extLst>
              <a:ext uri="{FF2B5EF4-FFF2-40B4-BE49-F238E27FC236}">
                <a16:creationId xmlns:a16="http://schemas.microsoft.com/office/drawing/2014/main" id="{F75C59A2-C37B-4D1A-83F1-8CA18D954891}"/>
              </a:ext>
            </a:extLst>
          </p:cNvPr>
          <p:cNvSpPr txBox="1"/>
          <p:nvPr/>
        </p:nvSpPr>
        <p:spPr>
          <a:xfrm>
            <a:off x="996054" y="1398991"/>
            <a:ext cx="9498764" cy="584775"/>
          </a:xfrm>
          <a:prstGeom prst="rect">
            <a:avLst/>
          </a:prstGeom>
          <a:noFill/>
        </p:spPr>
        <p:txBody>
          <a:bodyPr wrap="square" rtlCol="0" anchor="ctr" anchorCtr="1">
            <a:spAutoFit/>
          </a:bodyPr>
          <a:lstStyle/>
          <a:p>
            <a:pPr>
              <a:buNone/>
            </a:pPr>
            <a:r>
              <a:rPr lang="en-US" altLang="zh-CN" sz="3200" b="1" dirty="0"/>
              <a:t>Location based service (LBS)</a:t>
            </a:r>
          </a:p>
        </p:txBody>
      </p:sp>
      <p:pic>
        <p:nvPicPr>
          <p:cNvPr id="2050" name="Picture 2" descr="NGP穿越3,000+公里 小鹏汽车将开启国内最长距离自动驾驶辅助量产功能远征挑战 - EV视界">
            <a:extLst>
              <a:ext uri="{FF2B5EF4-FFF2-40B4-BE49-F238E27FC236}">
                <a16:creationId xmlns:a16="http://schemas.microsoft.com/office/drawing/2014/main" id="{8ACA7424-EFAB-4428-9AF0-EFB423EC74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0780" y="2294102"/>
            <a:ext cx="3944203" cy="2269793"/>
          </a:xfrm>
          <a:prstGeom prst="rect">
            <a:avLst/>
          </a:prstGeom>
          <a:noFill/>
          <a:ln w="25400">
            <a:solidFill>
              <a:schemeClr val="tx1"/>
            </a:solidFill>
          </a:ln>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EF47ACD8-FE8B-424D-BF6F-6B133069E614}"/>
              </a:ext>
            </a:extLst>
          </p:cNvPr>
          <p:cNvSpPr txBox="1"/>
          <p:nvPr/>
        </p:nvSpPr>
        <p:spPr>
          <a:xfrm>
            <a:off x="794051" y="5459009"/>
            <a:ext cx="11715759" cy="830997"/>
          </a:xfrm>
          <a:prstGeom prst="rect">
            <a:avLst/>
          </a:prstGeom>
          <a:noFill/>
        </p:spPr>
        <p:txBody>
          <a:bodyPr wrap="square">
            <a:spAutoFit/>
          </a:bodyPr>
          <a:lstStyle/>
          <a:p>
            <a:r>
              <a:rPr lang="en-US" altLang="zh-CN" sz="2400" b="1" dirty="0">
                <a:solidFill>
                  <a:schemeClr val="accent2"/>
                </a:solidFill>
              </a:rPr>
              <a:t>One crucial assumption of those applications is that the </a:t>
            </a:r>
            <a:r>
              <a:rPr lang="en-US" altLang="zh-CN" sz="2400" b="1" i="1" dirty="0">
                <a:solidFill>
                  <a:srgbClr val="C00000"/>
                </a:solidFill>
              </a:rPr>
              <a:t>tracking points represent the true locations, which comes from GNSS</a:t>
            </a:r>
            <a:r>
              <a:rPr lang="en-US" altLang="zh-CN" sz="2400" b="1" dirty="0">
                <a:solidFill>
                  <a:schemeClr val="accent2"/>
                </a:solidFill>
              </a:rPr>
              <a:t>.</a:t>
            </a:r>
            <a:endParaRPr lang="zh-CN" altLang="en-US" sz="2400" b="1" dirty="0">
              <a:solidFill>
                <a:schemeClr val="accent2"/>
              </a:solidFill>
            </a:endParaRPr>
          </a:p>
        </p:txBody>
      </p:sp>
      <p:pic>
        <p:nvPicPr>
          <p:cNvPr id="1026" name="Picture 2" descr="Navigation for Google Maps Go APK for Android Download">
            <a:extLst>
              <a:ext uri="{FF2B5EF4-FFF2-40B4-BE49-F238E27FC236}">
                <a16:creationId xmlns:a16="http://schemas.microsoft.com/office/drawing/2014/main" id="{505429E0-79F3-8DF9-0411-E090F48099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596" y="2309973"/>
            <a:ext cx="3568087" cy="2290575"/>
          </a:xfrm>
          <a:prstGeom prst="rect">
            <a:avLst/>
          </a:prstGeom>
          <a:noFill/>
          <a:ln w="25400">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Malaysia To Introduce Multi-Lane Free Flow Systems To Replace Toll ...">
            <a:extLst>
              <a:ext uri="{FF2B5EF4-FFF2-40B4-BE49-F238E27FC236}">
                <a16:creationId xmlns:a16="http://schemas.microsoft.com/office/drawing/2014/main" id="{B11617E8-E5BA-363F-DDBA-30889A0920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07080" y="2278233"/>
            <a:ext cx="3970620" cy="2301533"/>
          </a:xfrm>
          <a:prstGeom prst="rect">
            <a:avLst/>
          </a:prstGeom>
          <a:noFill/>
          <a:ln w="25400">
            <a:solidFill>
              <a:schemeClr val="tx1"/>
            </a:solidFill>
          </a:ln>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7625A856-C2CD-3C1E-56D8-402B3A00E9A0}"/>
              </a:ext>
            </a:extLst>
          </p:cNvPr>
          <p:cNvSpPr txBox="1"/>
          <p:nvPr/>
        </p:nvSpPr>
        <p:spPr>
          <a:xfrm>
            <a:off x="332509" y="4766602"/>
            <a:ext cx="2982191" cy="369332"/>
          </a:xfrm>
          <a:prstGeom prst="rect">
            <a:avLst/>
          </a:prstGeom>
          <a:noFill/>
        </p:spPr>
        <p:txBody>
          <a:bodyPr wrap="square" rtlCol="0" anchor="ctr" anchorCtr="1">
            <a:spAutoFit/>
          </a:bodyPr>
          <a:lstStyle/>
          <a:p>
            <a:pPr>
              <a:buNone/>
            </a:pPr>
            <a:r>
              <a:rPr lang="en-US" altLang="zh-CN" dirty="0"/>
              <a:t>Navigation on Google Map</a:t>
            </a:r>
            <a:endParaRPr lang="zh-CN" altLang="en-US" dirty="0"/>
          </a:p>
        </p:txBody>
      </p:sp>
      <p:sp>
        <p:nvSpPr>
          <p:cNvPr id="4" name="文本框 3">
            <a:extLst>
              <a:ext uri="{FF2B5EF4-FFF2-40B4-BE49-F238E27FC236}">
                <a16:creationId xmlns:a16="http://schemas.microsoft.com/office/drawing/2014/main" id="{0B8B5F42-98AD-E857-A4BA-E3EA642FC995}"/>
              </a:ext>
            </a:extLst>
          </p:cNvPr>
          <p:cNvSpPr txBox="1"/>
          <p:nvPr/>
        </p:nvSpPr>
        <p:spPr>
          <a:xfrm>
            <a:off x="3937571" y="4766602"/>
            <a:ext cx="3970620" cy="369332"/>
          </a:xfrm>
          <a:prstGeom prst="rect">
            <a:avLst/>
          </a:prstGeom>
          <a:noFill/>
        </p:spPr>
        <p:txBody>
          <a:bodyPr wrap="square" rtlCol="0" anchor="ctr" anchorCtr="1">
            <a:spAutoFit/>
          </a:bodyPr>
          <a:lstStyle/>
          <a:p>
            <a:pPr>
              <a:buNone/>
            </a:pPr>
            <a:r>
              <a:rPr lang="en-US" altLang="zh-CN" dirty="0"/>
              <a:t>Topology Positioning for Auto Driving</a:t>
            </a:r>
            <a:endParaRPr lang="zh-CN" altLang="en-US" dirty="0"/>
          </a:p>
        </p:txBody>
      </p:sp>
      <p:sp>
        <p:nvSpPr>
          <p:cNvPr id="5" name="文本框 4">
            <a:extLst>
              <a:ext uri="{FF2B5EF4-FFF2-40B4-BE49-F238E27FC236}">
                <a16:creationId xmlns:a16="http://schemas.microsoft.com/office/drawing/2014/main" id="{BE03F731-2653-66CD-B3A5-0D6554EC69EC}"/>
              </a:ext>
            </a:extLst>
          </p:cNvPr>
          <p:cNvSpPr txBox="1"/>
          <p:nvPr/>
        </p:nvSpPr>
        <p:spPr>
          <a:xfrm>
            <a:off x="8107080" y="4766602"/>
            <a:ext cx="3970620" cy="369332"/>
          </a:xfrm>
          <a:prstGeom prst="rect">
            <a:avLst/>
          </a:prstGeom>
          <a:noFill/>
        </p:spPr>
        <p:txBody>
          <a:bodyPr wrap="square" rtlCol="0" anchor="ctr" anchorCtr="1">
            <a:spAutoFit/>
          </a:bodyPr>
          <a:lstStyle/>
          <a:p>
            <a:pPr>
              <a:buNone/>
            </a:pPr>
            <a:r>
              <a:rPr lang="en-US" altLang="zh-CN" dirty="0"/>
              <a:t>Free Flow Toll by GNSS Trajectories</a:t>
            </a:r>
            <a:endParaRPr lang="zh-CN" altLang="en-US" dirty="0"/>
          </a:p>
        </p:txBody>
      </p:sp>
    </p:spTree>
    <p:extLst>
      <p:ext uri="{BB962C8B-B14F-4D97-AF65-F5344CB8AC3E}">
        <p14:creationId xmlns:p14="http://schemas.microsoft.com/office/powerpoint/2010/main" val="3600522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FD65C-4AEB-4F51-9782-5171A1DA0C6A}"/>
              </a:ext>
            </a:extLst>
          </p:cNvPr>
          <p:cNvSpPr>
            <a:spLocks noGrp="1"/>
          </p:cNvSpPr>
          <p:nvPr>
            <p:ph type="title"/>
          </p:nvPr>
        </p:nvSpPr>
        <p:spPr/>
        <p:txBody>
          <a:bodyPr/>
          <a:lstStyle/>
          <a:p>
            <a:r>
              <a:rPr lang="en-US" altLang="zh-CN" dirty="0"/>
              <a:t>Problem to Address</a:t>
            </a:r>
            <a:endParaRPr lang="zh-CN" altLang="en-US" dirty="0"/>
          </a:p>
        </p:txBody>
      </p:sp>
      <p:pic>
        <p:nvPicPr>
          <p:cNvPr id="4" name="图片 3">
            <a:extLst>
              <a:ext uri="{FF2B5EF4-FFF2-40B4-BE49-F238E27FC236}">
                <a16:creationId xmlns:a16="http://schemas.microsoft.com/office/drawing/2014/main" id="{5C67CAFA-E2DB-4A09-88D1-CB964598C73B}"/>
              </a:ext>
            </a:extLst>
          </p:cNvPr>
          <p:cNvPicPr>
            <a:picLocks noChangeAspect="1"/>
          </p:cNvPicPr>
          <p:nvPr/>
        </p:nvPicPr>
        <p:blipFill>
          <a:blip r:embed="rId3"/>
          <a:stretch>
            <a:fillRect/>
          </a:stretch>
        </p:blipFill>
        <p:spPr>
          <a:xfrm>
            <a:off x="346378" y="3155011"/>
            <a:ext cx="4771054" cy="3062386"/>
          </a:xfrm>
          <a:prstGeom prst="rect">
            <a:avLst/>
          </a:prstGeom>
          <a:ln w="12700">
            <a:solidFill>
              <a:schemeClr val="tx1"/>
            </a:solidFill>
          </a:ln>
        </p:spPr>
      </p:pic>
      <p:sp>
        <p:nvSpPr>
          <p:cNvPr id="5" name="椭圆 4">
            <a:extLst>
              <a:ext uri="{FF2B5EF4-FFF2-40B4-BE49-F238E27FC236}">
                <a16:creationId xmlns:a16="http://schemas.microsoft.com/office/drawing/2014/main" id="{D4E5EC3D-2817-43E2-B709-A993366C4DCE}"/>
              </a:ext>
            </a:extLst>
          </p:cNvPr>
          <p:cNvSpPr/>
          <p:nvPr/>
        </p:nvSpPr>
        <p:spPr>
          <a:xfrm>
            <a:off x="1742283" y="4966703"/>
            <a:ext cx="1180609" cy="1206632"/>
          </a:xfrm>
          <a:prstGeom prst="ellipse">
            <a:avLst/>
          </a:prstGeom>
          <a:ln w="76200">
            <a:solidFill>
              <a:srgbClr val="FF0000"/>
            </a:solidFill>
          </a:ln>
        </p:spPr>
        <p:txBody>
          <a:bodyPr wrap="square" rtlCol="0" anchor="ctr">
            <a:noAutofit/>
          </a:bodyPr>
          <a:lstStyle/>
          <a:p>
            <a:pPr algn="ctr">
              <a:buNone/>
            </a:pPr>
            <a:endParaRPr lang="zh-CN" altLang="en-US" dirty="0" err="1"/>
          </a:p>
        </p:txBody>
      </p:sp>
      <p:sp>
        <p:nvSpPr>
          <p:cNvPr id="6" name="箭头: 右 5">
            <a:extLst>
              <a:ext uri="{FF2B5EF4-FFF2-40B4-BE49-F238E27FC236}">
                <a16:creationId xmlns:a16="http://schemas.microsoft.com/office/drawing/2014/main" id="{A0F4ADE5-112C-4ABF-9082-87EECD472AEB}"/>
              </a:ext>
            </a:extLst>
          </p:cNvPr>
          <p:cNvSpPr/>
          <p:nvPr/>
        </p:nvSpPr>
        <p:spPr>
          <a:xfrm rot="11347426">
            <a:off x="613355" y="4433848"/>
            <a:ext cx="3930275" cy="143349"/>
          </a:xfrm>
          <a:prstGeom prst="rightArrow">
            <a:avLst/>
          </a:prstGeom>
          <a:solidFill>
            <a:srgbClr val="00B0F0"/>
          </a:solidFill>
          <a:ln>
            <a:solidFill>
              <a:schemeClr val="tx1"/>
            </a:solidFill>
          </a:ln>
        </p:spPr>
        <p:txBody>
          <a:bodyPr wrap="square" rtlCol="0" anchor="ctr">
            <a:noAutofit/>
          </a:bodyPr>
          <a:lstStyle/>
          <a:p>
            <a:pPr algn="ctr">
              <a:buNone/>
            </a:pPr>
            <a:endParaRPr lang="zh-CN" altLang="en-US" dirty="0" err="1"/>
          </a:p>
        </p:txBody>
      </p:sp>
      <p:pic>
        <p:nvPicPr>
          <p:cNvPr id="7" name="图片 6">
            <a:extLst>
              <a:ext uri="{FF2B5EF4-FFF2-40B4-BE49-F238E27FC236}">
                <a16:creationId xmlns:a16="http://schemas.microsoft.com/office/drawing/2014/main" id="{A120AA75-57EB-4423-AABB-DFF2F28BF40F}"/>
              </a:ext>
            </a:extLst>
          </p:cNvPr>
          <p:cNvPicPr>
            <a:picLocks noChangeAspect="1"/>
          </p:cNvPicPr>
          <p:nvPr/>
        </p:nvPicPr>
        <p:blipFill>
          <a:blip r:embed="rId4"/>
          <a:stretch>
            <a:fillRect/>
          </a:stretch>
        </p:blipFill>
        <p:spPr>
          <a:xfrm>
            <a:off x="5326937" y="3160902"/>
            <a:ext cx="3024432" cy="3056495"/>
          </a:xfrm>
          <a:prstGeom prst="rect">
            <a:avLst/>
          </a:prstGeom>
          <a:ln w="12700">
            <a:solidFill>
              <a:schemeClr val="tx1"/>
            </a:solidFill>
          </a:ln>
        </p:spPr>
      </p:pic>
      <p:pic>
        <p:nvPicPr>
          <p:cNvPr id="8" name="图片 7">
            <a:extLst>
              <a:ext uri="{FF2B5EF4-FFF2-40B4-BE49-F238E27FC236}">
                <a16:creationId xmlns:a16="http://schemas.microsoft.com/office/drawing/2014/main" id="{B0F390D0-4EFD-436B-A9CF-2F5C385C59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47521" y="3157956"/>
            <a:ext cx="3024433" cy="3056495"/>
          </a:xfrm>
          <a:prstGeom prst="rect">
            <a:avLst/>
          </a:prstGeom>
          <a:ln w="12700">
            <a:solidFill>
              <a:schemeClr val="tx1"/>
            </a:solidFill>
          </a:ln>
        </p:spPr>
      </p:pic>
      <p:cxnSp>
        <p:nvCxnSpPr>
          <p:cNvPr id="9" name="直接连接符 8">
            <a:extLst>
              <a:ext uri="{FF2B5EF4-FFF2-40B4-BE49-F238E27FC236}">
                <a16:creationId xmlns:a16="http://schemas.microsoft.com/office/drawing/2014/main" id="{1BB47535-5365-4557-A777-1B23B902545C}"/>
              </a:ext>
            </a:extLst>
          </p:cNvPr>
          <p:cNvCxnSpPr>
            <a:cxnSpLocks/>
          </p:cNvCxnSpPr>
          <p:nvPr/>
        </p:nvCxnSpPr>
        <p:spPr bwMode="auto">
          <a:xfrm flipV="1">
            <a:off x="8947085" y="3277029"/>
            <a:ext cx="2323707" cy="2691351"/>
          </a:xfrm>
          <a:prstGeom prst="line">
            <a:avLst/>
          </a:prstGeom>
          <a:noFill/>
          <a:ln w="38100" cap="flat" cmpd="sng" algn="ctr">
            <a:solidFill>
              <a:schemeClr val="tx1">
                <a:lumMod val="95000"/>
                <a:lumOff val="5000"/>
              </a:schemeClr>
            </a:solidFill>
            <a:prstDash val="solid"/>
            <a:round/>
            <a:headEnd type="none" w="med" len="med"/>
            <a:tailEnd type="none" w="med" len="med"/>
          </a:ln>
          <a:effectLst/>
        </p:spPr>
      </p:cxnSp>
      <p:cxnSp>
        <p:nvCxnSpPr>
          <p:cNvPr id="10" name="直接箭头连接符 9">
            <a:extLst>
              <a:ext uri="{FF2B5EF4-FFF2-40B4-BE49-F238E27FC236}">
                <a16:creationId xmlns:a16="http://schemas.microsoft.com/office/drawing/2014/main" id="{419549D9-B38A-4069-9B09-BE770FB180A0}"/>
              </a:ext>
            </a:extLst>
          </p:cNvPr>
          <p:cNvCxnSpPr>
            <a:cxnSpLocks/>
          </p:cNvCxnSpPr>
          <p:nvPr/>
        </p:nvCxnSpPr>
        <p:spPr bwMode="auto">
          <a:xfrm flipH="1" flipV="1">
            <a:off x="11154368" y="3189413"/>
            <a:ext cx="1" cy="977667"/>
          </a:xfrm>
          <a:prstGeom prst="straightConnector1">
            <a:avLst/>
          </a:prstGeom>
          <a:noFill/>
          <a:ln w="63500" cap="flat" cmpd="sng" algn="ctr">
            <a:solidFill>
              <a:schemeClr val="accent2"/>
            </a:solidFill>
            <a:prstDash val="solid"/>
            <a:round/>
            <a:headEnd type="none" w="med" len="med"/>
            <a:tailEnd type="triangle"/>
          </a:ln>
          <a:effectLst/>
        </p:spPr>
      </p:cxnSp>
      <p:sp>
        <p:nvSpPr>
          <p:cNvPr id="11" name="文本框 10">
            <a:extLst>
              <a:ext uri="{FF2B5EF4-FFF2-40B4-BE49-F238E27FC236}">
                <a16:creationId xmlns:a16="http://schemas.microsoft.com/office/drawing/2014/main" id="{F75C59A2-C37B-4D1A-83F1-8CA18D954891}"/>
              </a:ext>
            </a:extLst>
          </p:cNvPr>
          <p:cNvSpPr txBox="1"/>
          <p:nvPr/>
        </p:nvSpPr>
        <p:spPr>
          <a:xfrm>
            <a:off x="-716967" y="1400508"/>
            <a:ext cx="10728022" cy="1354217"/>
          </a:xfrm>
          <a:prstGeom prst="rect">
            <a:avLst/>
          </a:prstGeom>
          <a:noFill/>
        </p:spPr>
        <p:txBody>
          <a:bodyPr wrap="square" rtlCol="0" anchor="ctr" anchorCtr="1">
            <a:spAutoFit/>
          </a:bodyPr>
          <a:lstStyle/>
          <a:p>
            <a:pPr>
              <a:buNone/>
            </a:pPr>
            <a:r>
              <a:rPr lang="en-US" altLang="zh-CN" sz="2400" b="1" dirty="0"/>
              <a:t>Current problems of LBS:</a:t>
            </a:r>
          </a:p>
          <a:p>
            <a:pPr marL="285750" indent="-285750">
              <a:buFont typeface="Arial" panose="020B0604020202020204" pitchFamily="34" charset="0"/>
              <a:buChar char="•"/>
            </a:pPr>
            <a:r>
              <a:rPr lang="en-US" altLang="zh-CN" sz="2000" dirty="0"/>
              <a:t>GNSS is prone to non-line of sight signals and obstacles</a:t>
            </a:r>
          </a:p>
          <a:p>
            <a:pPr marL="285750" indent="-285750">
              <a:buFont typeface="Arial" panose="020B0604020202020204" pitchFamily="34" charset="0"/>
              <a:buChar char="•"/>
            </a:pPr>
            <a:r>
              <a:rPr lang="en-US" altLang="zh-CN" sz="2000" dirty="0"/>
              <a:t>Integrity monitor is faced with inflation of PLs, causing loss of availability</a:t>
            </a:r>
          </a:p>
          <a:p>
            <a:pPr marL="285750" indent="-285750">
              <a:buFont typeface="Arial" panose="020B0604020202020204" pitchFamily="34" charset="0"/>
              <a:buChar char="•"/>
            </a:pPr>
            <a:endParaRPr lang="en-US" altLang="zh-CN" dirty="0"/>
          </a:p>
        </p:txBody>
      </p:sp>
      <p:sp>
        <p:nvSpPr>
          <p:cNvPr id="3" name="文本框 2">
            <a:extLst>
              <a:ext uri="{FF2B5EF4-FFF2-40B4-BE49-F238E27FC236}">
                <a16:creationId xmlns:a16="http://schemas.microsoft.com/office/drawing/2014/main" id="{1F38355C-7A41-44A1-9188-01CD5921574D}"/>
              </a:ext>
            </a:extLst>
          </p:cNvPr>
          <p:cNvSpPr txBox="1"/>
          <p:nvPr/>
        </p:nvSpPr>
        <p:spPr>
          <a:xfrm>
            <a:off x="763939" y="2754725"/>
            <a:ext cx="3629105" cy="369332"/>
          </a:xfrm>
          <a:prstGeom prst="rect">
            <a:avLst/>
          </a:prstGeom>
          <a:noFill/>
        </p:spPr>
        <p:txBody>
          <a:bodyPr wrap="square" rtlCol="0" anchor="ctr" anchorCtr="1">
            <a:spAutoFit/>
          </a:bodyPr>
          <a:lstStyle/>
          <a:p>
            <a:pPr>
              <a:buNone/>
            </a:pPr>
            <a:r>
              <a:rPr lang="en-US" altLang="zh-CN" dirty="0"/>
              <a:t>Pos using NRTK in satellite view</a:t>
            </a:r>
            <a:endParaRPr lang="zh-CN" altLang="en-US" dirty="0"/>
          </a:p>
        </p:txBody>
      </p:sp>
      <p:sp>
        <p:nvSpPr>
          <p:cNvPr id="12" name="文本框 11">
            <a:extLst>
              <a:ext uri="{FF2B5EF4-FFF2-40B4-BE49-F238E27FC236}">
                <a16:creationId xmlns:a16="http://schemas.microsoft.com/office/drawing/2014/main" id="{D8184746-32AF-478B-8DFA-38BE86981A1A}"/>
              </a:ext>
            </a:extLst>
          </p:cNvPr>
          <p:cNvSpPr txBox="1"/>
          <p:nvPr/>
        </p:nvSpPr>
        <p:spPr>
          <a:xfrm>
            <a:off x="5227479" y="2813122"/>
            <a:ext cx="3198545" cy="369332"/>
          </a:xfrm>
          <a:prstGeom prst="rect">
            <a:avLst/>
          </a:prstGeom>
          <a:noFill/>
        </p:spPr>
        <p:txBody>
          <a:bodyPr wrap="square" rtlCol="0" anchor="ctr" anchorCtr="1">
            <a:spAutoFit/>
          </a:bodyPr>
          <a:lstStyle/>
          <a:p>
            <a:pPr>
              <a:buNone/>
            </a:pPr>
            <a:r>
              <a:rPr lang="en-US" altLang="zh-CN" dirty="0"/>
              <a:t>Pos using NRTK in osm map</a:t>
            </a:r>
            <a:endParaRPr lang="zh-CN" altLang="en-US" dirty="0"/>
          </a:p>
        </p:txBody>
      </p:sp>
      <p:sp>
        <p:nvSpPr>
          <p:cNvPr id="13" name="文本框 12">
            <a:extLst>
              <a:ext uri="{FF2B5EF4-FFF2-40B4-BE49-F238E27FC236}">
                <a16:creationId xmlns:a16="http://schemas.microsoft.com/office/drawing/2014/main" id="{52F3BC4D-A2AD-4186-92DD-5958A469C895}"/>
              </a:ext>
            </a:extLst>
          </p:cNvPr>
          <p:cNvSpPr txBox="1"/>
          <p:nvPr/>
        </p:nvSpPr>
        <p:spPr>
          <a:xfrm>
            <a:off x="8536071" y="2820081"/>
            <a:ext cx="3464585" cy="369332"/>
          </a:xfrm>
          <a:prstGeom prst="rect">
            <a:avLst/>
          </a:prstGeom>
          <a:noFill/>
        </p:spPr>
        <p:txBody>
          <a:bodyPr wrap="square" rtlCol="0" anchor="ctr" anchorCtr="1">
            <a:spAutoFit/>
          </a:bodyPr>
          <a:lstStyle/>
          <a:p>
            <a:pPr>
              <a:buNone/>
            </a:pPr>
            <a:r>
              <a:rPr lang="en-US" altLang="zh-CN" dirty="0"/>
              <a:t>IM results in urban environment</a:t>
            </a:r>
            <a:endParaRPr lang="zh-CN" altLang="en-US" dirty="0"/>
          </a:p>
        </p:txBody>
      </p:sp>
    </p:spTree>
    <p:extLst>
      <p:ext uri="{BB962C8B-B14F-4D97-AF65-F5344CB8AC3E}">
        <p14:creationId xmlns:p14="http://schemas.microsoft.com/office/powerpoint/2010/main" val="2797067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FD65C-4AEB-4F51-9782-5171A1DA0C6A}"/>
              </a:ext>
            </a:extLst>
          </p:cNvPr>
          <p:cNvSpPr>
            <a:spLocks noGrp="1"/>
          </p:cNvSpPr>
          <p:nvPr>
            <p:ph type="title"/>
          </p:nvPr>
        </p:nvSpPr>
        <p:spPr>
          <a:xfrm>
            <a:off x="4371831" y="-1"/>
            <a:ext cx="7870211" cy="1052729"/>
          </a:xfrm>
        </p:spPr>
        <p:txBody>
          <a:bodyPr/>
          <a:lstStyle/>
          <a:p>
            <a:r>
              <a:rPr lang="en-US" altLang="zh-CN" dirty="0"/>
              <a:t>Objective and Significance</a:t>
            </a:r>
            <a:endParaRPr lang="zh-CN" altLang="en-US" dirty="0"/>
          </a:p>
        </p:txBody>
      </p:sp>
      <p:sp>
        <p:nvSpPr>
          <p:cNvPr id="4" name="文本框 3">
            <a:extLst>
              <a:ext uri="{FF2B5EF4-FFF2-40B4-BE49-F238E27FC236}">
                <a16:creationId xmlns:a16="http://schemas.microsoft.com/office/drawing/2014/main" id="{652EFCF6-D107-4C59-B973-3C8F5DB23407}"/>
              </a:ext>
            </a:extLst>
          </p:cNvPr>
          <p:cNvSpPr txBox="1"/>
          <p:nvPr/>
        </p:nvSpPr>
        <p:spPr>
          <a:xfrm>
            <a:off x="345440" y="1155991"/>
            <a:ext cx="11771648" cy="2031325"/>
          </a:xfrm>
          <a:prstGeom prst="rect">
            <a:avLst/>
          </a:prstGeom>
          <a:noFill/>
        </p:spPr>
        <p:txBody>
          <a:bodyPr wrap="square">
            <a:spAutoFit/>
          </a:bodyPr>
          <a:lstStyle/>
          <a:p>
            <a:r>
              <a:rPr lang="en-US" altLang="zh-CN" sz="2400" b="1" dirty="0">
                <a:solidFill>
                  <a:srgbClr val="000000"/>
                </a:solidFill>
                <a:effectLst/>
              </a:rPr>
              <a:t>Improve the quality by utilizing the map information</a:t>
            </a:r>
          </a:p>
          <a:p>
            <a:pPr marL="342900" indent="-342900">
              <a:buFont typeface="Arial" panose="020B0604020202020204" pitchFamily="34" charset="0"/>
              <a:buChar char="•"/>
            </a:pPr>
            <a:r>
              <a:rPr lang="en-US" altLang="zh-CN" dirty="0">
                <a:solidFill>
                  <a:srgbClr val="000000"/>
                </a:solidFill>
              </a:rPr>
              <a:t>Pre-processing: vehicle can only travel alone the road, which serves as priori constrain--</a:t>
            </a:r>
            <a:r>
              <a:rPr lang="en-US" altLang="zh-CN" b="1" dirty="0">
                <a:solidFill>
                  <a:srgbClr val="FF0000"/>
                </a:solidFill>
              </a:rPr>
              <a:t>Map Matching</a:t>
            </a:r>
          </a:p>
          <a:p>
            <a:pPr marL="342900" indent="-342900">
              <a:buFont typeface="Arial" panose="020B0604020202020204" pitchFamily="34" charset="0"/>
              <a:buChar char="•"/>
            </a:pPr>
            <a:endParaRPr lang="en-US" altLang="zh-CN" dirty="0">
              <a:solidFill>
                <a:srgbClr val="000000"/>
              </a:solidFill>
            </a:endParaRPr>
          </a:p>
          <a:p>
            <a:r>
              <a:rPr lang="en-US" altLang="zh-CN" sz="2400" b="1" dirty="0">
                <a:solidFill>
                  <a:srgbClr val="000000"/>
                </a:solidFill>
                <a:effectLst/>
              </a:rPr>
              <a:t>Attempt to give warning when system providing mis-leading information</a:t>
            </a:r>
          </a:p>
          <a:p>
            <a:pPr marL="342900" indent="-342900">
              <a:buFont typeface="Arial" panose="020B0604020202020204" pitchFamily="34" charset="0"/>
              <a:buChar char="•"/>
            </a:pPr>
            <a:r>
              <a:rPr lang="en-US" altLang="zh-CN" dirty="0">
                <a:solidFill>
                  <a:srgbClr val="000000"/>
                </a:solidFill>
              </a:rPr>
              <a:t>Adjusting the likelihood and give warning when it is low—</a:t>
            </a:r>
            <a:r>
              <a:rPr lang="en-US" altLang="zh-CN" b="1" dirty="0">
                <a:solidFill>
                  <a:srgbClr val="FF0000"/>
                </a:solidFill>
              </a:rPr>
              <a:t>Quantification of Map Matching Credibility</a:t>
            </a:r>
          </a:p>
          <a:p>
            <a:pPr marL="342900" indent="-342900">
              <a:buFont typeface="Arial" panose="020B0604020202020204" pitchFamily="34" charset="0"/>
              <a:buChar char="•"/>
            </a:pPr>
            <a:endParaRPr lang="en-US" altLang="zh-CN" sz="2400" b="1" dirty="0">
              <a:solidFill>
                <a:srgbClr val="000000"/>
              </a:solidFill>
              <a:effectLst/>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9C74D89-A0C1-429F-AC9B-AC1EF239C798}"/>
                  </a:ext>
                </a:extLst>
              </p:cNvPr>
              <p:cNvSpPr txBox="1"/>
              <p:nvPr/>
            </p:nvSpPr>
            <p:spPr>
              <a:xfrm>
                <a:off x="7661277" y="2830660"/>
                <a:ext cx="3495040" cy="4955203"/>
              </a:xfrm>
              <a:prstGeom prst="rect">
                <a:avLst/>
              </a:prstGeom>
              <a:noFill/>
            </p:spPr>
            <p:txBody>
              <a:bodyPr wrap="square" rtlCol="0" anchor="ctr" anchorCtr="1">
                <a:spAutoFit/>
              </a:bodyPr>
              <a:lstStyle/>
              <a:p>
                <a:pPr>
                  <a:buNone/>
                </a:pPr>
                <a:r>
                  <a:rPr lang="en-US" altLang="zh-CN" sz="2400" dirty="0"/>
                  <a:t>Problem statement:</a:t>
                </a:r>
              </a:p>
              <a:p>
                <a:r>
                  <a:rPr lang="en-US" altLang="zh-CN" sz="2000" dirty="0"/>
                  <a:t>To find which road segment the vehicle was or is on. </a:t>
                </a:r>
              </a:p>
              <a:p>
                <a:pPr marL="285750" indent="-285750">
                  <a:buFont typeface="Arial" panose="020B0604020202020204" pitchFamily="34" charset="0"/>
                  <a:buChar char="•"/>
                </a:pPr>
                <a:r>
                  <a:rPr lang="en-US" altLang="zh-CN" sz="2000" dirty="0"/>
                  <a:t>Given:</a:t>
                </a:r>
              </a:p>
              <a:p>
                <a:r>
                  <a:rPr lang="en-US" altLang="zh-CN" sz="2000" dirty="0"/>
                  <a:t>Observations: black dots</a:t>
                </a:r>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𝑂</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r>
                        <a:rPr lang="en-US" altLang="zh-CN" sz="2000" i="1">
                          <a:latin typeface="Cambria Math" panose="02040503050406030204" pitchFamily="18" charset="0"/>
                        </a:rPr>
                        <m:t>……</m:t>
                      </m:r>
                      <m:r>
                        <a:rPr lang="en-US" altLang="zh-CN" sz="2000" b="0" i="1"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oMath>
                  </m:oMathPara>
                </a14:m>
                <a:endParaRPr lang="en-US" altLang="zh-CN" sz="2000" b="0" dirty="0"/>
              </a:p>
              <a:p>
                <a:pPr marL="285750" indent="-285750">
                  <a:buFont typeface="Arial" panose="020B0604020202020204" pitchFamily="34" charset="0"/>
                  <a:buChar char="•"/>
                </a:pPr>
                <a:r>
                  <a:rPr lang="en-US" altLang="zh-CN" sz="2000" dirty="0"/>
                  <a:t>Objective:</a:t>
                </a:r>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𝑆</m:t>
                      </m:r>
                      <m:r>
                        <a:rPr lang="en-US" altLang="zh-CN" sz="2000" b="0" i="1" smtClean="0">
                          <a:latin typeface="Cambria Math" panose="02040503050406030204" pitchFamily="18" charset="0"/>
                        </a:rPr>
                        <m:t>=</m:t>
                      </m:r>
                      <m:d>
                        <m:dPr>
                          <m:begChr m:val="{"/>
                          <m:endChr m:val="}"/>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𝑘</m:t>
                              </m:r>
                            </m:sub>
                          </m:sSub>
                        </m:e>
                      </m:d>
                    </m:oMath>
                  </m:oMathPara>
                </a14:m>
                <a:endParaRPr lang="en-US" altLang="zh-CN" sz="2000" dirty="0"/>
              </a:p>
              <a:p>
                <a:r>
                  <a:rPr lang="en-US" altLang="zh-CN" sz="2000" dirty="0"/>
                  <a:t>Where:</a:t>
                </a:r>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𝑂</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𝑜𝑏𝑠𝑒𝑟𝑣𝑎𝑡𝑖𝑜𝑛</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𝑠𝑝𝑎𝑐𝑒</m:t>
                      </m:r>
                    </m:oMath>
                  </m:oMathPara>
                </a14:m>
                <a:endParaRPr lang="en-US" altLang="zh-CN" sz="2000" b="0" dirty="0"/>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𝑆</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𝑠𝑡𝑎𝑡𝑒</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𝑠𝑝𝑎𝑐𝑒</m:t>
                      </m:r>
                    </m:oMath>
                  </m:oMathPara>
                </a14:m>
                <a:endParaRPr lang="en-US" altLang="zh-CN" sz="2000" b="0" dirty="0"/>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𝑖</m:t>
                          </m:r>
                        </m:sub>
                      </m:sSub>
                      <m:r>
                        <a:rPr lang="en-US" altLang="zh-CN" sz="2000" i="1" dirty="0">
                          <a:latin typeface="Cambria Math" panose="02040503050406030204" pitchFamily="18" charset="0"/>
                          <a:ea typeface="Cambria Math" panose="02040503050406030204" pitchFamily="18" charset="0"/>
                        </a:rPr>
                        <m:t>∈</m:t>
                      </m:r>
                      <m:sSub>
                        <m:sSubPr>
                          <m:ctrlPr>
                            <a:rPr lang="en-US" altLang="zh-CN" sz="2000" b="0" i="1" dirty="0" smtClean="0">
                              <a:latin typeface="Cambria Math" panose="02040503050406030204" pitchFamily="18" charset="0"/>
                              <a:ea typeface="Cambria Math" panose="02040503050406030204" pitchFamily="18" charset="0"/>
                            </a:rPr>
                          </m:ctrlPr>
                        </m:sSubPr>
                        <m:e>
                          <m:r>
                            <a:rPr lang="en-US" altLang="zh-CN" sz="2000" b="0" i="1" dirty="0" smtClean="0">
                              <a:latin typeface="Cambria Math" panose="02040503050406030204" pitchFamily="18" charset="0"/>
                              <a:ea typeface="Cambria Math" panose="02040503050406030204" pitchFamily="18" charset="0"/>
                            </a:rPr>
                            <m:t>𝑠</m:t>
                          </m:r>
                        </m:e>
                        <m:sub>
                          <m:r>
                            <a:rPr lang="en-US" altLang="zh-CN" sz="2000" b="0" i="1" dirty="0" smtClean="0">
                              <a:latin typeface="Cambria Math" panose="02040503050406030204" pitchFamily="18" charset="0"/>
                              <a:ea typeface="Cambria Math" panose="02040503050406030204" pitchFamily="18" charset="0"/>
                            </a:rPr>
                            <m:t>𝑖</m:t>
                          </m:r>
                        </m:sub>
                      </m:sSub>
                      <m:r>
                        <a:rPr lang="en-US" altLang="zh-CN" sz="2000" b="0" i="1" dirty="0" smtClean="0">
                          <a:latin typeface="Cambria Math" panose="02040503050406030204" pitchFamily="18" charset="0"/>
                          <a:ea typeface="Cambria Math" panose="02040503050406030204" pitchFamily="18" charset="0"/>
                        </a:rPr>
                        <m:t>}</m:t>
                      </m:r>
                    </m:oMath>
                  </m:oMathPara>
                </a14:m>
                <a:endParaRPr lang="en-US" altLang="zh-CN" sz="2000" dirty="0"/>
              </a:p>
              <a:p>
                <a:br>
                  <a:rPr lang="en-US" altLang="zh-CN" dirty="0"/>
                </a:br>
                <a:endParaRPr lang="en-US" altLang="zh-CN" dirty="0"/>
              </a:p>
              <a:p>
                <a:r>
                  <a:rPr lang="en-US" altLang="zh-CN" dirty="0"/>
                  <a:t> </a:t>
                </a:r>
              </a:p>
              <a:p>
                <a:pPr>
                  <a:buNone/>
                </a:pPr>
                <a:endParaRPr lang="zh-CN" altLang="en-US" dirty="0"/>
              </a:p>
            </p:txBody>
          </p:sp>
        </mc:Choice>
        <mc:Fallback xmlns="">
          <p:sp>
            <p:nvSpPr>
              <p:cNvPr id="6" name="文本框 5">
                <a:extLst>
                  <a:ext uri="{FF2B5EF4-FFF2-40B4-BE49-F238E27FC236}">
                    <a16:creationId xmlns:a16="http://schemas.microsoft.com/office/drawing/2014/main" id="{D9C74D89-A0C1-429F-AC9B-AC1EF239C798}"/>
                  </a:ext>
                </a:extLst>
              </p:cNvPr>
              <p:cNvSpPr txBox="1">
                <a:spLocks noRot="1" noChangeAspect="1" noMove="1" noResize="1" noEditPoints="1" noAdjustHandles="1" noChangeArrowheads="1" noChangeShapeType="1" noTextEdit="1"/>
              </p:cNvSpPr>
              <p:nvPr/>
            </p:nvSpPr>
            <p:spPr>
              <a:xfrm>
                <a:off x="7661277" y="2830660"/>
                <a:ext cx="3495040" cy="4955203"/>
              </a:xfrm>
              <a:prstGeom prst="rect">
                <a:avLst/>
              </a:prstGeom>
              <a:blipFill>
                <a:blip r:embed="rId3"/>
                <a:stretch>
                  <a:fillRect t="-369" r="-698"/>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C6901C71-DA6B-824B-3BCE-8000FAA8A744}"/>
              </a:ext>
            </a:extLst>
          </p:cNvPr>
          <p:cNvGrpSpPr/>
          <p:nvPr/>
        </p:nvGrpSpPr>
        <p:grpSpPr>
          <a:xfrm>
            <a:off x="345440" y="2737623"/>
            <a:ext cx="6661665" cy="6290336"/>
            <a:chOff x="69189" y="1370282"/>
            <a:chExt cx="6661665" cy="6290336"/>
          </a:xfrm>
        </p:grpSpPr>
        <p:pic>
          <p:nvPicPr>
            <p:cNvPr id="8" name="图片 7">
              <a:extLst>
                <a:ext uri="{FF2B5EF4-FFF2-40B4-BE49-F238E27FC236}">
                  <a16:creationId xmlns:a16="http://schemas.microsoft.com/office/drawing/2014/main" id="{56CC501A-B4D9-3CAF-8D4B-F19CB521B616}"/>
                </a:ext>
              </a:extLst>
            </p:cNvPr>
            <p:cNvPicPr>
              <a:picLocks noChangeAspect="1"/>
            </p:cNvPicPr>
            <p:nvPr/>
          </p:nvPicPr>
          <p:blipFill>
            <a:blip r:embed="rId4"/>
            <a:srcRect t="17778"/>
            <a:stretch/>
          </p:blipFill>
          <p:spPr>
            <a:xfrm>
              <a:off x="197922" y="1895598"/>
              <a:ext cx="6392469" cy="3402999"/>
            </a:xfrm>
            <a:prstGeom prst="rect">
              <a:avLst/>
            </a:prstGeom>
          </p:spPr>
        </p:pic>
        <p:sp>
          <p:nvSpPr>
            <p:cNvPr id="9" name="椭圆 8">
              <a:extLst>
                <a:ext uri="{FF2B5EF4-FFF2-40B4-BE49-F238E27FC236}">
                  <a16:creationId xmlns:a16="http://schemas.microsoft.com/office/drawing/2014/main" id="{920A5574-5BDC-8375-9C5B-49EBF2BA2B08}"/>
                </a:ext>
              </a:extLst>
            </p:cNvPr>
            <p:cNvSpPr/>
            <p:nvPr/>
          </p:nvSpPr>
          <p:spPr>
            <a:xfrm>
              <a:off x="1468024" y="4559902"/>
              <a:ext cx="137386" cy="149769"/>
            </a:xfrm>
            <a:prstGeom prst="ellipse">
              <a:avLst/>
            </a:prstGeom>
            <a:solidFill>
              <a:schemeClr val="tx1"/>
            </a:solidFill>
            <a:ln>
              <a:solidFill>
                <a:schemeClr val="tx1"/>
              </a:solidFill>
            </a:ln>
          </p:spPr>
          <p:txBody>
            <a:bodyPr wrap="square" rtlCol="0" anchor="ctr">
              <a:noAutofit/>
            </a:bodyPr>
            <a:lstStyle/>
            <a:p>
              <a:pPr algn="ctr">
                <a:buNone/>
              </a:pPr>
              <a:endParaRPr lang="zh-CN" altLang="en-US" sz="1600" dirty="0" err="1"/>
            </a:p>
          </p:txBody>
        </p:sp>
        <p:sp>
          <p:nvSpPr>
            <p:cNvPr id="10" name="椭圆 9">
              <a:extLst>
                <a:ext uri="{FF2B5EF4-FFF2-40B4-BE49-F238E27FC236}">
                  <a16:creationId xmlns:a16="http://schemas.microsoft.com/office/drawing/2014/main" id="{DB865E83-EB2E-D63E-42AB-E556F34658CE}"/>
                </a:ext>
              </a:extLst>
            </p:cNvPr>
            <p:cNvSpPr/>
            <p:nvPr/>
          </p:nvSpPr>
          <p:spPr>
            <a:xfrm>
              <a:off x="2716201" y="3010008"/>
              <a:ext cx="127626" cy="122613"/>
            </a:xfrm>
            <a:prstGeom prst="ellipse">
              <a:avLst/>
            </a:prstGeom>
            <a:solidFill>
              <a:schemeClr val="tx1"/>
            </a:solidFill>
            <a:ln>
              <a:solidFill>
                <a:schemeClr val="tx1"/>
              </a:solidFill>
            </a:ln>
          </p:spPr>
          <p:txBody>
            <a:bodyPr wrap="square" rtlCol="0" anchor="ctr">
              <a:noAutofit/>
            </a:bodyPr>
            <a:lstStyle/>
            <a:p>
              <a:pPr algn="ctr">
                <a:buNone/>
              </a:pPr>
              <a:endParaRPr lang="zh-CN" altLang="en-US" sz="1600" dirty="0" err="1"/>
            </a:p>
          </p:txBody>
        </p:sp>
        <p:sp>
          <p:nvSpPr>
            <p:cNvPr id="11" name="椭圆 10">
              <a:extLst>
                <a:ext uri="{FF2B5EF4-FFF2-40B4-BE49-F238E27FC236}">
                  <a16:creationId xmlns:a16="http://schemas.microsoft.com/office/drawing/2014/main" id="{2C7348D5-1157-0FE8-61C8-039BA72B0A84}"/>
                </a:ext>
              </a:extLst>
            </p:cNvPr>
            <p:cNvSpPr/>
            <p:nvPr/>
          </p:nvSpPr>
          <p:spPr>
            <a:xfrm>
              <a:off x="5184892" y="4308986"/>
              <a:ext cx="137386" cy="153150"/>
            </a:xfrm>
            <a:prstGeom prst="ellipse">
              <a:avLst/>
            </a:prstGeom>
            <a:solidFill>
              <a:schemeClr val="tx1"/>
            </a:solidFill>
            <a:ln>
              <a:solidFill>
                <a:schemeClr val="tx1"/>
              </a:solidFill>
            </a:ln>
          </p:spPr>
          <p:txBody>
            <a:bodyPr wrap="square" rtlCol="0" anchor="ctr">
              <a:noAutofit/>
            </a:bodyPr>
            <a:lstStyle/>
            <a:p>
              <a:pPr algn="ctr">
                <a:buNone/>
              </a:pPr>
              <a:endParaRPr lang="zh-CN" altLang="en-US" sz="1600" dirty="0" err="1"/>
            </a:p>
          </p:txBody>
        </p:sp>
        <p:sp>
          <p:nvSpPr>
            <p:cNvPr id="12" name="椭圆 11">
              <a:extLst>
                <a:ext uri="{FF2B5EF4-FFF2-40B4-BE49-F238E27FC236}">
                  <a16:creationId xmlns:a16="http://schemas.microsoft.com/office/drawing/2014/main" id="{9455BD69-A14D-E214-075C-C66AB0E75CDA}"/>
                </a:ext>
              </a:extLst>
            </p:cNvPr>
            <p:cNvSpPr/>
            <p:nvPr/>
          </p:nvSpPr>
          <p:spPr>
            <a:xfrm>
              <a:off x="2681001" y="3327441"/>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p:sp>
          <p:nvSpPr>
            <p:cNvPr id="13" name="椭圆 12">
              <a:extLst>
                <a:ext uri="{FF2B5EF4-FFF2-40B4-BE49-F238E27FC236}">
                  <a16:creationId xmlns:a16="http://schemas.microsoft.com/office/drawing/2014/main" id="{7E124259-0AE8-2F09-AFC1-20E5363D5C95}"/>
                </a:ext>
              </a:extLst>
            </p:cNvPr>
            <p:cNvSpPr/>
            <p:nvPr/>
          </p:nvSpPr>
          <p:spPr>
            <a:xfrm>
              <a:off x="2824960" y="3634970"/>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p:sp>
          <p:nvSpPr>
            <p:cNvPr id="14" name="椭圆 13">
              <a:extLst>
                <a:ext uri="{FF2B5EF4-FFF2-40B4-BE49-F238E27FC236}">
                  <a16:creationId xmlns:a16="http://schemas.microsoft.com/office/drawing/2014/main" id="{C48C5160-849F-1DFD-79C8-D5E29C146DF5}"/>
                </a:ext>
              </a:extLst>
            </p:cNvPr>
            <p:cNvSpPr/>
            <p:nvPr/>
          </p:nvSpPr>
          <p:spPr>
            <a:xfrm>
              <a:off x="1437946" y="4129558"/>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p:sp>
          <p:nvSpPr>
            <p:cNvPr id="15" name="椭圆 14">
              <a:extLst>
                <a:ext uri="{FF2B5EF4-FFF2-40B4-BE49-F238E27FC236}">
                  <a16:creationId xmlns:a16="http://schemas.microsoft.com/office/drawing/2014/main" id="{49018974-D8BC-A117-2D1D-25919081FEDF}"/>
                </a:ext>
              </a:extLst>
            </p:cNvPr>
            <p:cNvSpPr/>
            <p:nvPr/>
          </p:nvSpPr>
          <p:spPr>
            <a:xfrm>
              <a:off x="4697941" y="4429126"/>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p:sp>
          <p:nvSpPr>
            <p:cNvPr id="16" name="椭圆 15">
              <a:extLst>
                <a:ext uri="{FF2B5EF4-FFF2-40B4-BE49-F238E27FC236}">
                  <a16:creationId xmlns:a16="http://schemas.microsoft.com/office/drawing/2014/main" id="{7CDCDD1B-5088-7AFA-539C-9D29D5F521E6}"/>
                </a:ext>
              </a:extLst>
            </p:cNvPr>
            <p:cNvSpPr/>
            <p:nvPr/>
          </p:nvSpPr>
          <p:spPr>
            <a:xfrm>
              <a:off x="5554269" y="4107238"/>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50DA4EA8-D285-FC65-31D0-7916ED295BB8}"/>
                    </a:ext>
                  </a:extLst>
                </p:cNvPr>
                <p:cNvSpPr txBox="1"/>
                <p:nvPr/>
              </p:nvSpPr>
              <p:spPr>
                <a:xfrm>
                  <a:off x="1097809" y="3967041"/>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1,1</m:t>
                            </m:r>
                          </m:sub>
                        </m:sSub>
                      </m:oMath>
                    </m:oMathPara>
                  </a14:m>
                  <a:endParaRPr lang="zh-CN" altLang="en-US" sz="1600" dirty="0"/>
                </a:p>
              </p:txBody>
            </p:sp>
          </mc:Choice>
          <mc:Fallback xmlns="">
            <p:sp>
              <p:nvSpPr>
                <p:cNvPr id="26" name="文本框 25">
                  <a:extLst>
                    <a:ext uri="{FF2B5EF4-FFF2-40B4-BE49-F238E27FC236}">
                      <a16:creationId xmlns:a16="http://schemas.microsoft.com/office/drawing/2014/main" id="{A100933A-AA06-9A63-60E9-A63A3CA1015A}"/>
                    </a:ext>
                  </a:extLst>
                </p:cNvPr>
                <p:cNvSpPr txBox="1">
                  <a:spLocks noRot="1" noChangeAspect="1" noMove="1" noResize="1" noEditPoints="1" noAdjustHandles="1" noChangeArrowheads="1" noChangeShapeType="1" noTextEdit="1"/>
                </p:cNvSpPr>
                <p:nvPr/>
              </p:nvSpPr>
              <p:spPr>
                <a:xfrm>
                  <a:off x="1097809" y="3967041"/>
                  <a:ext cx="198197" cy="349326"/>
                </a:xfrm>
                <a:prstGeom prst="rect">
                  <a:avLst/>
                </a:prstGeom>
                <a:blipFill>
                  <a:blip r:embed="rId13"/>
                  <a:stretch>
                    <a:fillRect l="-66667" r="-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297E132-326F-3E02-69F8-D7520D3EA101}"/>
                    </a:ext>
                  </a:extLst>
                </p:cNvPr>
                <p:cNvSpPr txBox="1"/>
                <p:nvPr/>
              </p:nvSpPr>
              <p:spPr>
                <a:xfrm>
                  <a:off x="2956092" y="3247769"/>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2,1</m:t>
                            </m:r>
                          </m:sub>
                        </m:sSub>
                      </m:oMath>
                    </m:oMathPara>
                  </a14:m>
                  <a:endParaRPr lang="zh-CN" altLang="en-US" sz="1600" dirty="0"/>
                </a:p>
              </p:txBody>
            </p:sp>
          </mc:Choice>
          <mc:Fallback xmlns="">
            <p:sp>
              <p:nvSpPr>
                <p:cNvPr id="27" name="文本框 26">
                  <a:extLst>
                    <a:ext uri="{FF2B5EF4-FFF2-40B4-BE49-F238E27FC236}">
                      <a16:creationId xmlns:a16="http://schemas.microsoft.com/office/drawing/2014/main" id="{939AF1B5-BD42-7C79-3CD4-62EB4C1C0510}"/>
                    </a:ext>
                  </a:extLst>
                </p:cNvPr>
                <p:cNvSpPr txBox="1">
                  <a:spLocks noRot="1" noChangeAspect="1" noMove="1" noResize="1" noEditPoints="1" noAdjustHandles="1" noChangeArrowheads="1" noChangeShapeType="1" noTextEdit="1"/>
                </p:cNvSpPr>
                <p:nvPr/>
              </p:nvSpPr>
              <p:spPr>
                <a:xfrm>
                  <a:off x="2956092" y="3247769"/>
                  <a:ext cx="198197" cy="349326"/>
                </a:xfrm>
                <a:prstGeom prst="rect">
                  <a:avLst/>
                </a:prstGeom>
                <a:blipFill>
                  <a:blip r:embed="rId14"/>
                  <a:stretch>
                    <a:fillRect l="-69697" r="-3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3FDE27C-3A15-7D08-D3B2-B3BF71AA5165}"/>
                    </a:ext>
                  </a:extLst>
                </p:cNvPr>
                <p:cNvSpPr txBox="1"/>
                <p:nvPr/>
              </p:nvSpPr>
              <p:spPr>
                <a:xfrm>
                  <a:off x="3040505" y="3679485"/>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2,2</m:t>
                            </m:r>
                          </m:sub>
                        </m:sSub>
                      </m:oMath>
                    </m:oMathPara>
                  </a14:m>
                  <a:endParaRPr lang="zh-CN" altLang="en-US" sz="1600" dirty="0"/>
                </a:p>
              </p:txBody>
            </p:sp>
          </mc:Choice>
          <mc:Fallback xmlns="">
            <p:sp>
              <p:nvSpPr>
                <p:cNvPr id="28" name="文本框 27">
                  <a:extLst>
                    <a:ext uri="{FF2B5EF4-FFF2-40B4-BE49-F238E27FC236}">
                      <a16:creationId xmlns:a16="http://schemas.microsoft.com/office/drawing/2014/main" id="{3390B6BA-8163-9F45-6F0E-9BCE747CF719}"/>
                    </a:ext>
                  </a:extLst>
                </p:cNvPr>
                <p:cNvSpPr txBox="1">
                  <a:spLocks noRot="1" noChangeAspect="1" noMove="1" noResize="1" noEditPoints="1" noAdjustHandles="1" noChangeArrowheads="1" noChangeShapeType="1" noTextEdit="1"/>
                </p:cNvSpPr>
                <p:nvPr/>
              </p:nvSpPr>
              <p:spPr>
                <a:xfrm>
                  <a:off x="3040505" y="3679485"/>
                  <a:ext cx="198197" cy="349326"/>
                </a:xfrm>
                <a:prstGeom prst="rect">
                  <a:avLst/>
                </a:prstGeom>
                <a:blipFill>
                  <a:blip r:embed="rId15"/>
                  <a:stretch>
                    <a:fillRect l="-69697" r="-3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3AAD928-62B8-59E3-7424-59258C7C0F5E}"/>
                    </a:ext>
                  </a:extLst>
                </p:cNvPr>
                <p:cNvSpPr txBox="1"/>
                <p:nvPr/>
              </p:nvSpPr>
              <p:spPr>
                <a:xfrm>
                  <a:off x="4474527" y="4181137"/>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3,1</m:t>
                            </m:r>
                          </m:sub>
                        </m:sSub>
                      </m:oMath>
                    </m:oMathPara>
                  </a14:m>
                  <a:endParaRPr lang="zh-CN" altLang="en-US" sz="1600" dirty="0"/>
                </a:p>
              </p:txBody>
            </p:sp>
          </mc:Choice>
          <mc:Fallback xmlns="">
            <p:sp>
              <p:nvSpPr>
                <p:cNvPr id="29" name="文本框 28">
                  <a:extLst>
                    <a:ext uri="{FF2B5EF4-FFF2-40B4-BE49-F238E27FC236}">
                      <a16:creationId xmlns:a16="http://schemas.microsoft.com/office/drawing/2014/main" id="{D709F25E-8B2B-126D-EBD3-BE552EE4037C}"/>
                    </a:ext>
                  </a:extLst>
                </p:cNvPr>
                <p:cNvSpPr txBox="1">
                  <a:spLocks noRot="1" noChangeAspect="1" noMove="1" noResize="1" noEditPoints="1" noAdjustHandles="1" noChangeArrowheads="1" noChangeShapeType="1" noTextEdit="1"/>
                </p:cNvSpPr>
                <p:nvPr/>
              </p:nvSpPr>
              <p:spPr>
                <a:xfrm>
                  <a:off x="4474527" y="4181137"/>
                  <a:ext cx="198197" cy="349326"/>
                </a:xfrm>
                <a:prstGeom prst="rect">
                  <a:avLst/>
                </a:prstGeom>
                <a:blipFill>
                  <a:blip r:embed="rId16"/>
                  <a:stretch>
                    <a:fillRect l="-69697" r="-3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7CEACB31-FF33-D0A7-4BB0-7B0A74464710}"/>
                    </a:ext>
                  </a:extLst>
                </p:cNvPr>
                <p:cNvSpPr txBox="1"/>
                <p:nvPr/>
              </p:nvSpPr>
              <p:spPr>
                <a:xfrm>
                  <a:off x="5055125" y="3991720"/>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3,2</m:t>
                            </m:r>
                          </m:sub>
                        </m:sSub>
                      </m:oMath>
                    </m:oMathPara>
                  </a14:m>
                  <a:endParaRPr lang="zh-CN" altLang="en-US" sz="1600" dirty="0"/>
                </a:p>
              </p:txBody>
            </p:sp>
          </mc:Choice>
          <mc:Fallback xmlns="">
            <p:sp>
              <p:nvSpPr>
                <p:cNvPr id="30" name="文本框 29">
                  <a:extLst>
                    <a:ext uri="{FF2B5EF4-FFF2-40B4-BE49-F238E27FC236}">
                      <a16:creationId xmlns:a16="http://schemas.microsoft.com/office/drawing/2014/main" id="{9CCADAAD-206E-2158-DBCF-E76093A2F188}"/>
                    </a:ext>
                  </a:extLst>
                </p:cNvPr>
                <p:cNvSpPr txBox="1">
                  <a:spLocks noRot="1" noChangeAspect="1" noMove="1" noResize="1" noEditPoints="1" noAdjustHandles="1" noChangeArrowheads="1" noChangeShapeType="1" noTextEdit="1"/>
                </p:cNvSpPr>
                <p:nvPr/>
              </p:nvSpPr>
              <p:spPr>
                <a:xfrm>
                  <a:off x="5055125" y="3991720"/>
                  <a:ext cx="198197" cy="349326"/>
                </a:xfrm>
                <a:prstGeom prst="rect">
                  <a:avLst/>
                </a:prstGeom>
                <a:blipFill>
                  <a:blip r:embed="rId17"/>
                  <a:stretch>
                    <a:fillRect l="-71875" r="-37500"/>
                  </a:stretch>
                </a:blipFill>
              </p:spPr>
              <p:txBody>
                <a:bodyPr/>
                <a:lstStyle/>
                <a:p>
                  <a:r>
                    <a:rPr lang="zh-CN" altLang="en-US">
                      <a:noFill/>
                    </a:rPr>
                    <a:t> </a:t>
                  </a:r>
                </a:p>
              </p:txBody>
            </p:sp>
          </mc:Fallback>
        </mc:AlternateContent>
        <p:sp>
          <p:nvSpPr>
            <p:cNvPr id="22" name="椭圆 21">
              <a:extLst>
                <a:ext uri="{FF2B5EF4-FFF2-40B4-BE49-F238E27FC236}">
                  <a16:creationId xmlns:a16="http://schemas.microsoft.com/office/drawing/2014/main" id="{BCFD0A55-BF30-1F6B-A110-612AF21FB057}"/>
                </a:ext>
              </a:extLst>
            </p:cNvPr>
            <p:cNvSpPr/>
            <p:nvPr/>
          </p:nvSpPr>
          <p:spPr>
            <a:xfrm>
              <a:off x="1216295" y="3799445"/>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17FE129-7360-B1D1-24A3-199762F5A538}"/>
                    </a:ext>
                  </a:extLst>
                </p:cNvPr>
                <p:cNvSpPr txBox="1"/>
                <p:nvPr/>
              </p:nvSpPr>
              <p:spPr>
                <a:xfrm>
                  <a:off x="1013119" y="3495473"/>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1,2</m:t>
                            </m:r>
                          </m:sub>
                        </m:sSub>
                      </m:oMath>
                    </m:oMathPara>
                  </a14:m>
                  <a:endParaRPr lang="zh-CN" altLang="en-US" sz="1600" dirty="0"/>
                </a:p>
              </p:txBody>
            </p:sp>
          </mc:Choice>
          <mc:Fallback xmlns="">
            <p:sp>
              <p:nvSpPr>
                <p:cNvPr id="32" name="文本框 31">
                  <a:extLst>
                    <a:ext uri="{FF2B5EF4-FFF2-40B4-BE49-F238E27FC236}">
                      <a16:creationId xmlns:a16="http://schemas.microsoft.com/office/drawing/2014/main" id="{82AB85B5-0985-6BB4-55A9-3E911B049185}"/>
                    </a:ext>
                  </a:extLst>
                </p:cNvPr>
                <p:cNvSpPr txBox="1">
                  <a:spLocks noRot="1" noChangeAspect="1" noMove="1" noResize="1" noEditPoints="1" noAdjustHandles="1" noChangeArrowheads="1" noChangeShapeType="1" noTextEdit="1"/>
                </p:cNvSpPr>
                <p:nvPr/>
              </p:nvSpPr>
              <p:spPr>
                <a:xfrm>
                  <a:off x="1013119" y="3495473"/>
                  <a:ext cx="198197" cy="349326"/>
                </a:xfrm>
                <a:prstGeom prst="rect">
                  <a:avLst/>
                </a:prstGeom>
                <a:blipFill>
                  <a:blip r:embed="rId18"/>
                  <a:stretch>
                    <a:fillRect l="-66667" r="-33333"/>
                  </a:stretch>
                </a:blipFill>
              </p:spPr>
              <p:txBody>
                <a:bodyPr/>
                <a:lstStyle/>
                <a:p>
                  <a:r>
                    <a:rPr lang="zh-CN" altLang="en-US">
                      <a:noFill/>
                    </a:rPr>
                    <a:t> </a:t>
                  </a:r>
                </a:p>
              </p:txBody>
            </p:sp>
          </mc:Fallback>
        </mc:AlternateContent>
        <p:sp>
          <p:nvSpPr>
            <p:cNvPr id="24" name="弧形 23">
              <a:extLst>
                <a:ext uri="{FF2B5EF4-FFF2-40B4-BE49-F238E27FC236}">
                  <a16:creationId xmlns:a16="http://schemas.microsoft.com/office/drawing/2014/main" id="{C7ED8518-F55B-546E-04ED-16F2303ECA14}"/>
                </a:ext>
              </a:extLst>
            </p:cNvPr>
            <p:cNvSpPr/>
            <p:nvPr/>
          </p:nvSpPr>
          <p:spPr bwMode="auto">
            <a:xfrm rot="20220263">
              <a:off x="524911" y="4283973"/>
              <a:ext cx="4020720" cy="2127569"/>
            </a:xfrm>
            <a:prstGeom prst="arc">
              <a:avLst>
                <a:gd name="adj1" fmla="val 16200000"/>
                <a:gd name="adj2" fmla="val 21474476"/>
              </a:avLst>
            </a:prstGeom>
            <a:noFill/>
            <a:ln w="127000" cap="flat" cmpd="sng" algn="ctr">
              <a:solidFill>
                <a:srgbClr val="FFC000"/>
              </a:solidFill>
              <a:prstDash val="solid"/>
              <a:round/>
              <a:headEnd type="none" w="med" len="med"/>
              <a:tailEnd type="stealth" w="med" len="med"/>
            </a:ln>
            <a:effectLst/>
          </p:spPr>
          <p:txBody>
            <a:bodyPr rtlCol="0" anchor="ctr"/>
            <a:lstStyle/>
            <a:p>
              <a:pPr algn="ctr"/>
              <a:endParaRPr lang="zh-CN" altLang="en-US" sz="1600"/>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0747D032-969E-B51B-3F2C-8B5A279F0D5E}"/>
                    </a:ext>
                  </a:extLst>
                </p:cNvPr>
                <p:cNvSpPr txBox="1"/>
                <p:nvPr/>
              </p:nvSpPr>
              <p:spPr>
                <a:xfrm>
                  <a:off x="3328009" y="3885694"/>
                  <a:ext cx="360851" cy="400110"/>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𝒑𝒂𝒕𝒉</m:t>
                            </m:r>
                          </m:e>
                          <m:sub>
                            <m:r>
                              <a:rPr lang="en-US" altLang="zh-CN" sz="2000" b="1" i="1" smtClean="0">
                                <a:latin typeface="Cambria Math" panose="02040503050406030204" pitchFamily="18" charset="0"/>
                              </a:rPr>
                              <m:t>𝟏</m:t>
                            </m:r>
                          </m:sub>
                        </m:sSub>
                      </m:oMath>
                    </m:oMathPara>
                  </a14:m>
                  <a:endParaRPr lang="zh-CN" altLang="en-US" sz="2000" b="1" dirty="0"/>
                </a:p>
              </p:txBody>
            </p:sp>
          </mc:Choice>
          <mc:Fallback xmlns="">
            <p:sp>
              <p:nvSpPr>
                <p:cNvPr id="39" name="文本框 38">
                  <a:extLst>
                    <a:ext uri="{FF2B5EF4-FFF2-40B4-BE49-F238E27FC236}">
                      <a16:creationId xmlns:a16="http://schemas.microsoft.com/office/drawing/2014/main" id="{6F5B9FBA-C21B-C8F2-F62D-0B3F39A8C544}"/>
                    </a:ext>
                  </a:extLst>
                </p:cNvPr>
                <p:cNvSpPr txBox="1">
                  <a:spLocks noRot="1" noChangeAspect="1" noMove="1" noResize="1" noEditPoints="1" noAdjustHandles="1" noChangeArrowheads="1" noChangeShapeType="1" noTextEdit="1"/>
                </p:cNvSpPr>
                <p:nvPr/>
              </p:nvSpPr>
              <p:spPr>
                <a:xfrm>
                  <a:off x="3328009" y="3885694"/>
                  <a:ext cx="360851" cy="400110"/>
                </a:xfrm>
                <a:prstGeom prst="rect">
                  <a:avLst/>
                </a:prstGeom>
                <a:blipFill>
                  <a:blip r:embed="rId19"/>
                  <a:stretch>
                    <a:fillRect l="-91525" r="-54237" b="-20000"/>
                  </a:stretch>
                </a:blipFill>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A8A7552B-E9A0-1D48-D4ED-637958217FAB}"/>
                </a:ext>
              </a:extLst>
            </p:cNvPr>
            <p:cNvCxnSpPr>
              <a:cxnSpLocks/>
              <a:stCxn id="9" idx="7"/>
              <a:endCxn id="10" idx="3"/>
            </p:cNvCxnSpPr>
            <p:nvPr/>
          </p:nvCxnSpPr>
          <p:spPr bwMode="auto">
            <a:xfrm flipV="1">
              <a:off x="1585290" y="3114665"/>
              <a:ext cx="1149601" cy="1467170"/>
            </a:xfrm>
            <a:prstGeom prst="line">
              <a:avLst/>
            </a:prstGeom>
            <a:noFill/>
            <a:ln w="12700" cap="flat" cmpd="sng" algn="ctr">
              <a:solidFill>
                <a:schemeClr val="tx1"/>
              </a:solidFill>
              <a:prstDash val="solid"/>
              <a:round/>
              <a:headEnd type="none" w="med" len="med"/>
              <a:tailEnd type="none" w="med" len="med"/>
            </a:ln>
            <a:effectLst/>
          </p:spPr>
        </p:cxnSp>
        <p:cxnSp>
          <p:nvCxnSpPr>
            <p:cNvPr id="27" name="直接连接符 26">
              <a:extLst>
                <a:ext uri="{FF2B5EF4-FFF2-40B4-BE49-F238E27FC236}">
                  <a16:creationId xmlns:a16="http://schemas.microsoft.com/office/drawing/2014/main" id="{12A85BE0-7074-3512-5258-A74A076A1B5E}"/>
                </a:ext>
              </a:extLst>
            </p:cNvPr>
            <p:cNvCxnSpPr>
              <a:cxnSpLocks/>
              <a:stCxn id="10" idx="2"/>
            </p:cNvCxnSpPr>
            <p:nvPr/>
          </p:nvCxnSpPr>
          <p:spPr bwMode="auto">
            <a:xfrm>
              <a:off x="2716201" y="3071315"/>
              <a:ext cx="2370129" cy="1254723"/>
            </a:xfrm>
            <a:prstGeom prst="line">
              <a:avLst/>
            </a:prstGeom>
            <a:noFill/>
            <a:ln w="25400" cap="flat" cmpd="sng" algn="ctr">
              <a:solidFill>
                <a:schemeClr val="tx1"/>
              </a:solidFill>
              <a:prstDash val="solid"/>
              <a:round/>
              <a:headEnd type="none" w="med" len="med"/>
              <a:tailEnd type="none" w="med" len="med"/>
            </a:ln>
            <a:effectLst/>
          </p:spPr>
        </p:cxnSp>
        <p:sp>
          <p:nvSpPr>
            <p:cNvPr id="28" name="标注: 线形 27">
              <a:extLst>
                <a:ext uri="{FF2B5EF4-FFF2-40B4-BE49-F238E27FC236}">
                  <a16:creationId xmlns:a16="http://schemas.microsoft.com/office/drawing/2014/main" id="{2AA1DCB4-E68B-787B-A5E6-2BB82A278909}"/>
                </a:ext>
              </a:extLst>
            </p:cNvPr>
            <p:cNvSpPr/>
            <p:nvPr/>
          </p:nvSpPr>
          <p:spPr>
            <a:xfrm>
              <a:off x="1110059" y="4888794"/>
              <a:ext cx="243622" cy="226959"/>
            </a:xfrm>
            <a:prstGeom prst="borderCallout1">
              <a:avLst>
                <a:gd name="adj1" fmla="val -5652"/>
                <a:gd name="adj2" fmla="val 49337"/>
                <a:gd name="adj3" fmla="val -113165"/>
                <a:gd name="adj4" fmla="val 150779"/>
              </a:avLst>
            </a:prstGeom>
            <a:solidFill>
              <a:schemeClr val="bg1"/>
            </a:solidFill>
            <a:ln>
              <a:solidFill>
                <a:schemeClr val="tx1"/>
              </a:solidFill>
            </a:ln>
          </p:spPr>
          <p:txBody>
            <a:bodyPr wrap="square" rtlCol="0" anchor="ctr">
              <a:noAutofit/>
            </a:bodyPr>
            <a:lstStyle/>
            <a:p>
              <a:pPr algn="ctr">
                <a:buNone/>
              </a:pPr>
              <a:endParaRPr lang="zh-CN" altLang="en-US" sz="1600" dirty="0" err="1"/>
            </a:p>
          </p:txBody>
        </p:sp>
        <p:sp>
          <p:nvSpPr>
            <p:cNvPr id="29" name="标注: 线形 28">
              <a:extLst>
                <a:ext uri="{FF2B5EF4-FFF2-40B4-BE49-F238E27FC236}">
                  <a16:creationId xmlns:a16="http://schemas.microsoft.com/office/drawing/2014/main" id="{5816D95A-CBF4-DEA9-0A0E-42A68B4A1126}"/>
                </a:ext>
              </a:extLst>
            </p:cNvPr>
            <p:cNvSpPr/>
            <p:nvPr/>
          </p:nvSpPr>
          <p:spPr>
            <a:xfrm>
              <a:off x="2255845" y="2678643"/>
              <a:ext cx="243622" cy="226959"/>
            </a:xfrm>
            <a:prstGeom prst="borderCallout1">
              <a:avLst>
                <a:gd name="adj1" fmla="val 109460"/>
                <a:gd name="adj2" fmla="val 51186"/>
                <a:gd name="adj3" fmla="val 170799"/>
                <a:gd name="adj4" fmla="val 212506"/>
              </a:avLst>
            </a:prstGeom>
            <a:solidFill>
              <a:schemeClr val="bg1"/>
            </a:solidFill>
            <a:ln>
              <a:solidFill>
                <a:schemeClr val="tx1"/>
              </a:solidFill>
            </a:ln>
          </p:spPr>
          <p:txBody>
            <a:bodyPr wrap="square" rtlCol="0" anchor="ctr">
              <a:noAutofit/>
            </a:bodyPr>
            <a:lstStyle/>
            <a:p>
              <a:pPr algn="ctr">
                <a:buNone/>
              </a:pPr>
              <a:endParaRPr lang="zh-CN" altLang="en-US" sz="1600" dirty="0" err="1"/>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E16AE0FC-7A38-06C2-A54D-219B3A2CDE7E}"/>
                    </a:ext>
                  </a:extLst>
                </p:cNvPr>
                <p:cNvSpPr txBox="1"/>
                <p:nvPr/>
              </p:nvSpPr>
              <p:spPr>
                <a:xfrm>
                  <a:off x="2314587" y="2600081"/>
                  <a:ext cx="19819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50" name="文本框 49">
                  <a:extLst>
                    <a:ext uri="{FF2B5EF4-FFF2-40B4-BE49-F238E27FC236}">
                      <a16:creationId xmlns:a16="http://schemas.microsoft.com/office/drawing/2014/main" id="{3F074BBA-6359-AF68-8693-A1A5CF49E181}"/>
                    </a:ext>
                  </a:extLst>
                </p:cNvPr>
                <p:cNvSpPr txBox="1">
                  <a:spLocks noRot="1" noChangeAspect="1" noMove="1" noResize="1" noEditPoints="1" noAdjustHandles="1" noChangeArrowheads="1" noChangeShapeType="1" noTextEdit="1"/>
                </p:cNvSpPr>
                <p:nvPr/>
              </p:nvSpPr>
              <p:spPr>
                <a:xfrm>
                  <a:off x="2314587" y="2600081"/>
                  <a:ext cx="198197" cy="338554"/>
                </a:xfrm>
                <a:prstGeom prst="rect">
                  <a:avLst/>
                </a:prstGeom>
                <a:blipFill>
                  <a:blip r:embed="rId21"/>
                  <a:stretch>
                    <a:fillRect l="-37500" r="-3125"/>
                  </a:stretch>
                </a:blipFill>
              </p:spPr>
              <p:txBody>
                <a:bodyPr/>
                <a:lstStyle/>
                <a:p>
                  <a:r>
                    <a:rPr lang="zh-CN" altLang="en-US">
                      <a:noFill/>
                    </a:rPr>
                    <a:t> </a:t>
                  </a:r>
                </a:p>
              </p:txBody>
            </p:sp>
          </mc:Fallback>
        </mc:AlternateContent>
        <p:sp>
          <p:nvSpPr>
            <p:cNvPr id="31" name="标注: 线形 30">
              <a:extLst>
                <a:ext uri="{FF2B5EF4-FFF2-40B4-BE49-F238E27FC236}">
                  <a16:creationId xmlns:a16="http://schemas.microsoft.com/office/drawing/2014/main" id="{EEF79243-84C6-932E-7DAC-D4D826E43697}"/>
                </a:ext>
              </a:extLst>
            </p:cNvPr>
            <p:cNvSpPr/>
            <p:nvPr/>
          </p:nvSpPr>
          <p:spPr>
            <a:xfrm>
              <a:off x="5544633" y="4549354"/>
              <a:ext cx="243622" cy="226959"/>
            </a:xfrm>
            <a:prstGeom prst="borderCallout1">
              <a:avLst>
                <a:gd name="adj1" fmla="val 52995"/>
                <a:gd name="adj2" fmla="val -12510"/>
                <a:gd name="adj3" fmla="val -45718"/>
                <a:gd name="adj4" fmla="val -109846"/>
              </a:avLst>
            </a:prstGeom>
            <a:solidFill>
              <a:schemeClr val="bg1"/>
            </a:solidFill>
            <a:ln>
              <a:solidFill>
                <a:schemeClr val="tx1"/>
              </a:solidFill>
            </a:ln>
          </p:spPr>
          <p:txBody>
            <a:bodyPr wrap="square" rtlCol="0" anchor="ctr">
              <a:noAutofit/>
            </a:bodyPr>
            <a:lstStyle/>
            <a:p>
              <a:pPr algn="ctr">
                <a:buNone/>
              </a:pPr>
              <a:endParaRPr lang="zh-CN" altLang="en-US" sz="1600" dirty="0" err="1"/>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E08F5961-6896-AE8C-5BEA-D04A70F860D9}"/>
                    </a:ext>
                  </a:extLst>
                </p:cNvPr>
                <p:cNvSpPr txBox="1"/>
                <p:nvPr/>
              </p:nvSpPr>
              <p:spPr>
                <a:xfrm>
                  <a:off x="5584784" y="4465509"/>
                  <a:ext cx="19819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3</m:t>
                            </m:r>
                          </m:sub>
                        </m:sSub>
                      </m:oMath>
                    </m:oMathPara>
                  </a14:m>
                  <a:endParaRPr lang="zh-CN" altLang="en-US" sz="1600" dirty="0"/>
                </a:p>
              </p:txBody>
            </p:sp>
          </mc:Choice>
          <mc:Fallback xmlns="">
            <p:sp>
              <p:nvSpPr>
                <p:cNvPr id="51" name="文本框 50">
                  <a:extLst>
                    <a:ext uri="{FF2B5EF4-FFF2-40B4-BE49-F238E27FC236}">
                      <a16:creationId xmlns:a16="http://schemas.microsoft.com/office/drawing/2014/main" id="{32AA12A6-CCA6-88C2-039B-ECB0496003B5}"/>
                    </a:ext>
                  </a:extLst>
                </p:cNvPr>
                <p:cNvSpPr txBox="1">
                  <a:spLocks noRot="1" noChangeAspect="1" noMove="1" noResize="1" noEditPoints="1" noAdjustHandles="1" noChangeArrowheads="1" noChangeShapeType="1" noTextEdit="1"/>
                </p:cNvSpPr>
                <p:nvPr/>
              </p:nvSpPr>
              <p:spPr>
                <a:xfrm>
                  <a:off x="5584784" y="4465509"/>
                  <a:ext cx="198197" cy="338554"/>
                </a:xfrm>
                <a:prstGeom prst="rect">
                  <a:avLst/>
                </a:prstGeom>
                <a:blipFill>
                  <a:blip r:embed="rId22"/>
                  <a:stretch>
                    <a:fillRect l="-36364" r="-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16654948-F9E1-C21A-1C88-8B523B496FFC}"/>
                    </a:ext>
                  </a:extLst>
                </p:cNvPr>
                <p:cNvSpPr txBox="1"/>
                <p:nvPr/>
              </p:nvSpPr>
              <p:spPr>
                <a:xfrm>
                  <a:off x="1183219" y="4807977"/>
                  <a:ext cx="19819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1</m:t>
                            </m:r>
                          </m:sub>
                        </m:sSub>
                      </m:oMath>
                    </m:oMathPara>
                  </a14:m>
                  <a:endParaRPr lang="zh-CN" altLang="en-US" sz="1600" dirty="0"/>
                </a:p>
              </p:txBody>
            </p:sp>
          </mc:Choice>
          <mc:Fallback xmlns="">
            <p:sp>
              <p:nvSpPr>
                <p:cNvPr id="53" name="文本框 52">
                  <a:extLst>
                    <a:ext uri="{FF2B5EF4-FFF2-40B4-BE49-F238E27FC236}">
                      <a16:creationId xmlns:a16="http://schemas.microsoft.com/office/drawing/2014/main" id="{92636C19-84DE-D8BF-C6BA-3C2C17644705}"/>
                    </a:ext>
                  </a:extLst>
                </p:cNvPr>
                <p:cNvSpPr txBox="1">
                  <a:spLocks noRot="1" noChangeAspect="1" noMove="1" noResize="1" noEditPoints="1" noAdjustHandles="1" noChangeArrowheads="1" noChangeShapeType="1" noTextEdit="1"/>
                </p:cNvSpPr>
                <p:nvPr/>
              </p:nvSpPr>
              <p:spPr>
                <a:xfrm>
                  <a:off x="1183219" y="4807977"/>
                  <a:ext cx="198197" cy="338554"/>
                </a:xfrm>
                <a:prstGeom prst="rect">
                  <a:avLst/>
                </a:prstGeom>
                <a:blipFill>
                  <a:blip r:embed="rId23"/>
                  <a:stretch>
                    <a:fillRect l="-36364"/>
                  </a:stretch>
                </a:blipFill>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4609CFEC-BCB1-9205-0612-626995F009C2}"/>
                </a:ext>
              </a:extLst>
            </p:cNvPr>
            <p:cNvCxnSpPr>
              <a:stCxn id="9" idx="0"/>
              <a:endCxn id="14" idx="4"/>
            </p:cNvCxnSpPr>
            <p:nvPr/>
          </p:nvCxnSpPr>
          <p:spPr bwMode="auto">
            <a:xfrm flipH="1" flipV="1">
              <a:off x="1506639" y="4282708"/>
              <a:ext cx="30078" cy="277194"/>
            </a:xfrm>
            <a:prstGeom prst="straightConnector1">
              <a:avLst/>
            </a:prstGeom>
            <a:noFill/>
            <a:ln w="9525" cap="flat" cmpd="sng" algn="ctr">
              <a:solidFill>
                <a:schemeClr val="tx1"/>
              </a:solidFill>
              <a:prstDash val="solid"/>
              <a:round/>
              <a:headEnd type="none" w="med" len="med"/>
              <a:tailEnd type="triangle"/>
            </a:ln>
            <a:effectLst/>
          </p:spPr>
        </p:cxnSp>
        <p:cxnSp>
          <p:nvCxnSpPr>
            <p:cNvPr id="35" name="直接箭头连接符 34">
              <a:extLst>
                <a:ext uri="{FF2B5EF4-FFF2-40B4-BE49-F238E27FC236}">
                  <a16:creationId xmlns:a16="http://schemas.microsoft.com/office/drawing/2014/main" id="{504C1D75-794F-6FB2-A920-5BEA5D4BA9B0}"/>
                </a:ext>
              </a:extLst>
            </p:cNvPr>
            <p:cNvCxnSpPr>
              <a:cxnSpLocks/>
              <a:stCxn id="9" idx="1"/>
              <a:endCxn id="22" idx="4"/>
            </p:cNvCxnSpPr>
            <p:nvPr/>
          </p:nvCxnSpPr>
          <p:spPr bwMode="auto">
            <a:xfrm flipH="1" flipV="1">
              <a:off x="1284988" y="3952595"/>
              <a:ext cx="203156" cy="629240"/>
            </a:xfrm>
            <a:prstGeom prst="straightConnector1">
              <a:avLst/>
            </a:prstGeom>
            <a:noFill/>
            <a:ln w="9525" cap="flat" cmpd="sng" algn="ctr">
              <a:solidFill>
                <a:schemeClr val="tx1"/>
              </a:solidFill>
              <a:prstDash val="solid"/>
              <a:round/>
              <a:headEnd type="none" w="med" len="med"/>
              <a:tailEnd type="triangle"/>
            </a:ln>
            <a:effectLst/>
          </p:spPr>
        </p:cxnSp>
        <p:cxnSp>
          <p:nvCxnSpPr>
            <p:cNvPr id="36" name="直接箭头连接符 35">
              <a:extLst>
                <a:ext uri="{FF2B5EF4-FFF2-40B4-BE49-F238E27FC236}">
                  <a16:creationId xmlns:a16="http://schemas.microsoft.com/office/drawing/2014/main" id="{975F087B-3241-8ECF-1651-87B89051809B}"/>
                </a:ext>
              </a:extLst>
            </p:cNvPr>
            <p:cNvCxnSpPr>
              <a:cxnSpLocks/>
              <a:stCxn id="10" idx="3"/>
              <a:endCxn id="12" idx="0"/>
            </p:cNvCxnSpPr>
            <p:nvPr/>
          </p:nvCxnSpPr>
          <p:spPr bwMode="auto">
            <a:xfrm>
              <a:off x="2734891" y="3114665"/>
              <a:ext cx="14803" cy="212776"/>
            </a:xfrm>
            <a:prstGeom prst="straightConnector1">
              <a:avLst/>
            </a:prstGeom>
            <a:noFill/>
            <a:ln w="9525" cap="flat" cmpd="sng" algn="ctr">
              <a:solidFill>
                <a:schemeClr val="tx1"/>
              </a:solidFill>
              <a:prstDash val="solid"/>
              <a:round/>
              <a:headEnd type="none" w="med" len="med"/>
              <a:tailEnd type="triangle"/>
            </a:ln>
            <a:effectLst/>
          </p:spPr>
        </p:cxnSp>
        <p:cxnSp>
          <p:nvCxnSpPr>
            <p:cNvPr id="37" name="直接箭头连接符 36">
              <a:extLst>
                <a:ext uri="{FF2B5EF4-FFF2-40B4-BE49-F238E27FC236}">
                  <a16:creationId xmlns:a16="http://schemas.microsoft.com/office/drawing/2014/main" id="{ED263AA6-8EAB-644A-3FE0-672E2166F6F4}"/>
                </a:ext>
              </a:extLst>
            </p:cNvPr>
            <p:cNvCxnSpPr>
              <a:cxnSpLocks/>
              <a:endCxn id="13" idx="1"/>
            </p:cNvCxnSpPr>
            <p:nvPr/>
          </p:nvCxnSpPr>
          <p:spPr bwMode="auto">
            <a:xfrm>
              <a:off x="2770168" y="3071314"/>
              <a:ext cx="74912" cy="586084"/>
            </a:xfrm>
            <a:prstGeom prst="straightConnector1">
              <a:avLst/>
            </a:prstGeom>
            <a:noFill/>
            <a:ln w="9525" cap="flat" cmpd="sng" algn="ctr">
              <a:solidFill>
                <a:schemeClr val="tx1"/>
              </a:solidFill>
              <a:prstDash val="solid"/>
              <a:round/>
              <a:headEnd type="none" w="med" len="med"/>
              <a:tailEnd type="triangle"/>
            </a:ln>
            <a:effectLst/>
          </p:spPr>
        </p:cxnSp>
        <p:cxnSp>
          <p:nvCxnSpPr>
            <p:cNvPr id="38" name="直接箭头连接符 37">
              <a:extLst>
                <a:ext uri="{FF2B5EF4-FFF2-40B4-BE49-F238E27FC236}">
                  <a16:creationId xmlns:a16="http://schemas.microsoft.com/office/drawing/2014/main" id="{29454A6A-8A4B-B719-4E9E-556F54DE6DF7}"/>
                </a:ext>
              </a:extLst>
            </p:cNvPr>
            <p:cNvCxnSpPr>
              <a:stCxn id="11" idx="2"/>
              <a:endCxn id="15" idx="7"/>
            </p:cNvCxnSpPr>
            <p:nvPr/>
          </p:nvCxnSpPr>
          <p:spPr bwMode="auto">
            <a:xfrm flipH="1">
              <a:off x="4815207" y="4385561"/>
              <a:ext cx="369685" cy="65993"/>
            </a:xfrm>
            <a:prstGeom prst="straightConnector1">
              <a:avLst/>
            </a:prstGeom>
            <a:noFill/>
            <a:ln w="9525" cap="flat" cmpd="sng" algn="ctr">
              <a:solidFill>
                <a:schemeClr val="tx1"/>
              </a:solidFill>
              <a:prstDash val="solid"/>
              <a:round/>
              <a:headEnd type="none" w="med" len="med"/>
              <a:tailEnd type="triangle"/>
            </a:ln>
            <a:effectLst/>
          </p:spPr>
        </p:cxnSp>
        <p:cxnSp>
          <p:nvCxnSpPr>
            <p:cNvPr id="39" name="直接箭头连接符 38">
              <a:extLst>
                <a:ext uri="{FF2B5EF4-FFF2-40B4-BE49-F238E27FC236}">
                  <a16:creationId xmlns:a16="http://schemas.microsoft.com/office/drawing/2014/main" id="{50102C4E-941C-68F0-9805-F7DC57DD6FD7}"/>
                </a:ext>
              </a:extLst>
            </p:cNvPr>
            <p:cNvCxnSpPr>
              <a:stCxn id="11" idx="6"/>
              <a:endCxn id="16" idx="2"/>
            </p:cNvCxnSpPr>
            <p:nvPr/>
          </p:nvCxnSpPr>
          <p:spPr bwMode="auto">
            <a:xfrm flipV="1">
              <a:off x="5322278" y="4183813"/>
              <a:ext cx="231991" cy="201748"/>
            </a:xfrm>
            <a:prstGeom prst="straightConnector1">
              <a:avLst/>
            </a:prstGeom>
            <a:noFill/>
            <a:ln w="9525" cap="flat" cmpd="sng" algn="ctr">
              <a:solidFill>
                <a:schemeClr val="tx1"/>
              </a:solidFill>
              <a:prstDash val="solid"/>
              <a:round/>
              <a:headEnd type="none" w="med" len="med"/>
              <a:tailEnd type="triangle"/>
            </a:ln>
            <a:effectLst/>
          </p:spPr>
        </p:cxnSp>
        <p:cxnSp>
          <p:nvCxnSpPr>
            <p:cNvPr id="40" name="直接连接符 39">
              <a:extLst>
                <a:ext uri="{FF2B5EF4-FFF2-40B4-BE49-F238E27FC236}">
                  <a16:creationId xmlns:a16="http://schemas.microsoft.com/office/drawing/2014/main" id="{82845CEB-CA02-F448-3961-631B00F0C2C7}"/>
                </a:ext>
              </a:extLst>
            </p:cNvPr>
            <p:cNvCxnSpPr>
              <a:cxnSpLocks/>
            </p:cNvCxnSpPr>
            <p:nvPr/>
          </p:nvCxnSpPr>
          <p:spPr bwMode="auto">
            <a:xfrm>
              <a:off x="4363112" y="1405873"/>
              <a:ext cx="2064696" cy="4171967"/>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5C93B8BE-2DC1-9883-7786-E436C05F553A}"/>
                    </a:ext>
                  </a:extLst>
                </p:cNvPr>
                <p:cNvSpPr txBox="1"/>
                <p:nvPr/>
              </p:nvSpPr>
              <p:spPr>
                <a:xfrm>
                  <a:off x="4573625" y="1372064"/>
                  <a:ext cx="261702" cy="36933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4</m:t>
                            </m:r>
                          </m:sub>
                        </m:sSub>
                      </m:oMath>
                    </m:oMathPara>
                  </a14:m>
                  <a:endParaRPr lang="zh-CN" altLang="en-US" dirty="0"/>
                </a:p>
              </p:txBody>
            </p:sp>
          </mc:Choice>
          <mc:Fallback xmlns="">
            <p:sp>
              <p:nvSpPr>
                <p:cNvPr id="54" name="文本框 53">
                  <a:extLst>
                    <a:ext uri="{FF2B5EF4-FFF2-40B4-BE49-F238E27FC236}">
                      <a16:creationId xmlns:a16="http://schemas.microsoft.com/office/drawing/2014/main" id="{CD456659-155F-2BDB-F34F-8E3E3D34915B}"/>
                    </a:ext>
                  </a:extLst>
                </p:cNvPr>
                <p:cNvSpPr txBox="1">
                  <a:spLocks noRot="1" noChangeAspect="1" noMove="1" noResize="1" noEditPoints="1" noAdjustHandles="1" noChangeArrowheads="1" noChangeShapeType="1" noTextEdit="1"/>
                </p:cNvSpPr>
                <p:nvPr/>
              </p:nvSpPr>
              <p:spPr>
                <a:xfrm>
                  <a:off x="4573625" y="1372064"/>
                  <a:ext cx="261702" cy="369332"/>
                </a:xfrm>
                <a:prstGeom prst="rect">
                  <a:avLst/>
                </a:prstGeom>
                <a:blipFill>
                  <a:blip r:embed="rId24"/>
                  <a:stretch>
                    <a:fillRect l="-21429"/>
                  </a:stretch>
                </a:blipFill>
              </p:spPr>
              <p:txBody>
                <a:bodyPr/>
                <a:lstStyle/>
                <a:p>
                  <a:r>
                    <a:rPr lang="zh-CN" altLang="en-US">
                      <a:noFill/>
                    </a:rPr>
                    <a:t> </a:t>
                  </a:r>
                </a:p>
              </p:txBody>
            </p:sp>
          </mc:Fallback>
        </mc:AlternateContent>
        <p:cxnSp>
          <p:nvCxnSpPr>
            <p:cNvPr id="42" name="直接连接符 41">
              <a:extLst>
                <a:ext uri="{FF2B5EF4-FFF2-40B4-BE49-F238E27FC236}">
                  <a16:creationId xmlns:a16="http://schemas.microsoft.com/office/drawing/2014/main" id="{78320D23-DEDE-8A16-11BC-35803EAF108C}"/>
                </a:ext>
              </a:extLst>
            </p:cNvPr>
            <p:cNvCxnSpPr>
              <a:cxnSpLocks/>
            </p:cNvCxnSpPr>
            <p:nvPr/>
          </p:nvCxnSpPr>
          <p:spPr bwMode="auto">
            <a:xfrm>
              <a:off x="3361225" y="1485026"/>
              <a:ext cx="2082672" cy="4092814"/>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D7F4625-08F1-C218-EC8E-384195ACF61C}"/>
                    </a:ext>
                  </a:extLst>
                </p:cNvPr>
                <p:cNvSpPr txBox="1"/>
                <p:nvPr/>
              </p:nvSpPr>
              <p:spPr>
                <a:xfrm>
                  <a:off x="3638892" y="1370282"/>
                  <a:ext cx="261702" cy="36933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3</m:t>
                            </m:r>
                          </m:sub>
                        </m:sSub>
                      </m:oMath>
                    </m:oMathPara>
                  </a14:m>
                  <a:endParaRPr lang="zh-CN" altLang="en-US" dirty="0"/>
                </a:p>
              </p:txBody>
            </p:sp>
          </mc:Choice>
          <mc:Fallback xmlns="">
            <p:sp>
              <p:nvSpPr>
                <p:cNvPr id="58" name="文本框 57">
                  <a:extLst>
                    <a:ext uri="{FF2B5EF4-FFF2-40B4-BE49-F238E27FC236}">
                      <a16:creationId xmlns:a16="http://schemas.microsoft.com/office/drawing/2014/main" id="{0455F478-9105-0039-A11D-CB36EBD9B128}"/>
                    </a:ext>
                  </a:extLst>
                </p:cNvPr>
                <p:cNvSpPr txBox="1">
                  <a:spLocks noRot="1" noChangeAspect="1" noMove="1" noResize="1" noEditPoints="1" noAdjustHandles="1" noChangeArrowheads="1" noChangeShapeType="1" noTextEdit="1"/>
                </p:cNvSpPr>
                <p:nvPr/>
              </p:nvSpPr>
              <p:spPr>
                <a:xfrm>
                  <a:off x="3638892" y="1370282"/>
                  <a:ext cx="261702" cy="369332"/>
                </a:xfrm>
                <a:prstGeom prst="rect">
                  <a:avLst/>
                </a:prstGeom>
                <a:blipFill>
                  <a:blip r:embed="rId25"/>
                  <a:stretch>
                    <a:fillRect l="-20930"/>
                  </a:stretch>
                </a:blipFill>
              </p:spPr>
              <p:txBody>
                <a:bodyPr/>
                <a:lstStyle/>
                <a:p>
                  <a:r>
                    <a:rPr lang="zh-CN" altLang="en-US">
                      <a:noFill/>
                    </a:rPr>
                    <a:t> </a:t>
                  </a:r>
                </a:p>
              </p:txBody>
            </p:sp>
          </mc:Fallback>
        </mc:AlternateContent>
        <p:cxnSp>
          <p:nvCxnSpPr>
            <p:cNvPr id="44" name="直接连接符 43">
              <a:extLst>
                <a:ext uri="{FF2B5EF4-FFF2-40B4-BE49-F238E27FC236}">
                  <a16:creationId xmlns:a16="http://schemas.microsoft.com/office/drawing/2014/main" id="{1EB4B1A4-B856-022A-24CC-63D684EFD903}"/>
                </a:ext>
              </a:extLst>
            </p:cNvPr>
            <p:cNvCxnSpPr>
              <a:cxnSpLocks/>
            </p:cNvCxnSpPr>
            <p:nvPr/>
          </p:nvCxnSpPr>
          <p:spPr bwMode="auto">
            <a:xfrm flipV="1">
              <a:off x="69189" y="3134091"/>
              <a:ext cx="3324967" cy="1148617"/>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25E1EB28-616E-0BD7-89D5-288E5EA9F594}"/>
                    </a:ext>
                  </a:extLst>
                </p:cNvPr>
                <p:cNvSpPr txBox="1"/>
                <p:nvPr/>
              </p:nvSpPr>
              <p:spPr>
                <a:xfrm>
                  <a:off x="145379" y="3691354"/>
                  <a:ext cx="261702" cy="36933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65" name="文本框 64">
                  <a:extLst>
                    <a:ext uri="{FF2B5EF4-FFF2-40B4-BE49-F238E27FC236}">
                      <a16:creationId xmlns:a16="http://schemas.microsoft.com/office/drawing/2014/main" id="{232C56B2-8DE3-1001-DB26-A78C813D9348}"/>
                    </a:ext>
                  </a:extLst>
                </p:cNvPr>
                <p:cNvSpPr txBox="1">
                  <a:spLocks noRot="1" noChangeAspect="1" noMove="1" noResize="1" noEditPoints="1" noAdjustHandles="1" noChangeArrowheads="1" noChangeShapeType="1" noTextEdit="1"/>
                </p:cNvSpPr>
                <p:nvPr/>
              </p:nvSpPr>
              <p:spPr>
                <a:xfrm>
                  <a:off x="145379" y="3691354"/>
                  <a:ext cx="261702" cy="369332"/>
                </a:xfrm>
                <a:prstGeom prst="rect">
                  <a:avLst/>
                </a:prstGeom>
                <a:blipFill>
                  <a:blip r:embed="rId26"/>
                  <a:stretch>
                    <a:fillRect l="-20930"/>
                  </a:stretch>
                </a:blipFill>
              </p:spPr>
              <p:txBody>
                <a:bodyPr/>
                <a:lstStyle/>
                <a:p>
                  <a:r>
                    <a:rPr lang="zh-CN" altLang="en-US">
                      <a:noFill/>
                    </a:rPr>
                    <a:t> </a:t>
                  </a:r>
                </a:p>
              </p:txBody>
            </p:sp>
          </mc:Fallback>
        </mc:AlternateContent>
        <p:cxnSp>
          <p:nvCxnSpPr>
            <p:cNvPr id="46" name="直接连接符 45">
              <a:extLst>
                <a:ext uri="{FF2B5EF4-FFF2-40B4-BE49-F238E27FC236}">
                  <a16:creationId xmlns:a16="http://schemas.microsoft.com/office/drawing/2014/main" id="{92058D2D-1652-04F1-5E74-099C8666EE8B}"/>
                </a:ext>
              </a:extLst>
            </p:cNvPr>
            <p:cNvCxnSpPr>
              <a:cxnSpLocks/>
            </p:cNvCxnSpPr>
            <p:nvPr/>
          </p:nvCxnSpPr>
          <p:spPr bwMode="auto">
            <a:xfrm flipV="1">
              <a:off x="97508" y="3592043"/>
              <a:ext cx="3324967" cy="1148617"/>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A1FC33C7-576E-0A1B-660E-EF814161D335}"/>
                    </a:ext>
                  </a:extLst>
                </p:cNvPr>
                <p:cNvSpPr txBox="1"/>
                <p:nvPr/>
              </p:nvSpPr>
              <p:spPr>
                <a:xfrm>
                  <a:off x="126337" y="4277470"/>
                  <a:ext cx="261702" cy="36933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69" name="文本框 68">
                  <a:extLst>
                    <a:ext uri="{FF2B5EF4-FFF2-40B4-BE49-F238E27FC236}">
                      <a16:creationId xmlns:a16="http://schemas.microsoft.com/office/drawing/2014/main" id="{5ED2038A-B5E4-B10C-3D93-8B998E41EE48}"/>
                    </a:ext>
                  </a:extLst>
                </p:cNvPr>
                <p:cNvSpPr txBox="1">
                  <a:spLocks noRot="1" noChangeAspect="1" noMove="1" noResize="1" noEditPoints="1" noAdjustHandles="1" noChangeArrowheads="1" noChangeShapeType="1" noTextEdit="1"/>
                </p:cNvSpPr>
                <p:nvPr/>
              </p:nvSpPr>
              <p:spPr>
                <a:xfrm>
                  <a:off x="126337" y="4277470"/>
                  <a:ext cx="261702" cy="369332"/>
                </a:xfrm>
                <a:prstGeom prst="rect">
                  <a:avLst/>
                </a:prstGeom>
                <a:blipFill>
                  <a:blip r:embed="rId27"/>
                  <a:stretch>
                    <a:fillRect l="-20930"/>
                  </a:stretch>
                </a:blipFill>
              </p:spPr>
              <p:txBody>
                <a:bodyPr/>
                <a:lstStyle/>
                <a:p>
                  <a:r>
                    <a:rPr lang="zh-CN" altLang="en-US">
                      <a:noFill/>
                    </a:rPr>
                    <a:t> </a:t>
                  </a:r>
                </a:p>
              </p:txBody>
            </p:sp>
          </mc:Fallback>
        </mc:AlternateContent>
        <p:sp>
          <p:nvSpPr>
            <p:cNvPr id="48" name="弧形 47">
              <a:extLst>
                <a:ext uri="{FF2B5EF4-FFF2-40B4-BE49-F238E27FC236}">
                  <a16:creationId xmlns:a16="http://schemas.microsoft.com/office/drawing/2014/main" id="{ECF8635B-23C7-9C22-1A76-3ED81A40652B}"/>
                </a:ext>
              </a:extLst>
            </p:cNvPr>
            <p:cNvSpPr/>
            <p:nvPr/>
          </p:nvSpPr>
          <p:spPr bwMode="auto">
            <a:xfrm rot="17875703">
              <a:off x="1364349" y="2294112"/>
              <a:ext cx="4500244" cy="6232767"/>
            </a:xfrm>
            <a:prstGeom prst="arc">
              <a:avLst>
                <a:gd name="adj1" fmla="val 16891695"/>
                <a:gd name="adj2" fmla="val 1572118"/>
              </a:avLst>
            </a:prstGeom>
            <a:noFill/>
            <a:ln w="127000" cap="flat" cmpd="sng" algn="ctr">
              <a:solidFill>
                <a:srgbClr val="FFC000"/>
              </a:solidFill>
              <a:prstDash val="solid"/>
              <a:round/>
              <a:headEnd type="none" w="med" len="med"/>
              <a:tailEnd type="stealth" w="med" len="med"/>
            </a:ln>
            <a:effectLst/>
          </p:spPr>
          <p:txBody>
            <a:bodyPr rtlCol="0" anchor="ctr"/>
            <a:lstStyle/>
            <a:p>
              <a:pPr algn="ctr"/>
              <a:endParaRPr lang="zh-CN" altLang="en-US" sz="1600" dirty="0"/>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87FAFD49-C08E-C29B-896F-DAD22574506E}"/>
                    </a:ext>
                  </a:extLst>
                </p:cNvPr>
                <p:cNvSpPr txBox="1"/>
                <p:nvPr/>
              </p:nvSpPr>
              <p:spPr>
                <a:xfrm>
                  <a:off x="3307449" y="2764091"/>
                  <a:ext cx="360851" cy="400110"/>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𝒑𝒂𝒕𝒉</m:t>
                            </m:r>
                          </m:e>
                          <m:sub>
                            <m:r>
                              <a:rPr lang="en-US" altLang="zh-CN" sz="2000" b="1" i="1" smtClean="0">
                                <a:latin typeface="Cambria Math" panose="02040503050406030204" pitchFamily="18" charset="0"/>
                              </a:rPr>
                              <m:t>𝟐</m:t>
                            </m:r>
                          </m:sub>
                        </m:sSub>
                      </m:oMath>
                    </m:oMathPara>
                  </a14:m>
                  <a:endParaRPr lang="zh-CN" altLang="en-US" sz="2000" b="1" dirty="0"/>
                </a:p>
              </p:txBody>
            </p:sp>
          </mc:Choice>
          <mc:Fallback xmlns="">
            <p:sp>
              <p:nvSpPr>
                <p:cNvPr id="49" name="文本框 48">
                  <a:extLst>
                    <a:ext uri="{FF2B5EF4-FFF2-40B4-BE49-F238E27FC236}">
                      <a16:creationId xmlns:a16="http://schemas.microsoft.com/office/drawing/2014/main" id="{87FAFD49-C08E-C29B-896F-DAD22574506E}"/>
                    </a:ext>
                  </a:extLst>
                </p:cNvPr>
                <p:cNvSpPr txBox="1">
                  <a:spLocks noRot="1" noChangeAspect="1" noMove="1" noResize="1" noEditPoints="1" noAdjustHandles="1" noChangeArrowheads="1" noChangeShapeType="1" noTextEdit="1"/>
                </p:cNvSpPr>
                <p:nvPr/>
              </p:nvSpPr>
              <p:spPr>
                <a:xfrm>
                  <a:off x="3307449" y="2764091"/>
                  <a:ext cx="360851" cy="400110"/>
                </a:xfrm>
                <a:prstGeom prst="rect">
                  <a:avLst/>
                </a:prstGeom>
                <a:blipFill>
                  <a:blip r:embed="rId28"/>
                  <a:stretch>
                    <a:fillRect l="-91525" r="-54237" b="-2000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026403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1">
            <a:extLst>
              <a:ext uri="{FF2B5EF4-FFF2-40B4-BE49-F238E27FC236}">
                <a16:creationId xmlns:a16="http://schemas.microsoft.com/office/drawing/2014/main" id="{B3D9CAC3-5DC7-ABE8-A570-49CA6037617A}"/>
              </a:ext>
            </a:extLst>
          </p:cNvPr>
          <p:cNvSpPr txBox="1">
            <a:spLocks/>
          </p:cNvSpPr>
          <p:nvPr/>
        </p:nvSpPr>
        <p:spPr>
          <a:xfrm>
            <a:off x="4371831" y="152399"/>
            <a:ext cx="7870211" cy="1052729"/>
          </a:xfrm>
          <a:prstGeom prst="rect">
            <a:avLst/>
          </a:prstGeom>
        </p:spPr>
        <p:txBody>
          <a:bodyPr/>
          <a:lst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a:lstStyle>
          <a:p>
            <a:r>
              <a:rPr lang="en-US" altLang="zh-CN" kern="0" dirty="0"/>
              <a:t>Methology Derivation</a:t>
            </a:r>
            <a:endParaRPr lang="zh-CN" altLang="en-US" kern="0" dirty="0"/>
          </a:p>
        </p:txBody>
      </p:sp>
      <p:grpSp>
        <p:nvGrpSpPr>
          <p:cNvPr id="52" name="组合 51">
            <a:extLst>
              <a:ext uri="{FF2B5EF4-FFF2-40B4-BE49-F238E27FC236}">
                <a16:creationId xmlns:a16="http://schemas.microsoft.com/office/drawing/2014/main" id="{2684DA3F-325C-D4EE-9CAD-79651251C7C6}"/>
              </a:ext>
            </a:extLst>
          </p:cNvPr>
          <p:cNvGrpSpPr/>
          <p:nvPr/>
        </p:nvGrpSpPr>
        <p:grpSpPr>
          <a:xfrm>
            <a:off x="218440" y="1597000"/>
            <a:ext cx="6661665" cy="7253159"/>
            <a:chOff x="218440" y="1597000"/>
            <a:chExt cx="6661665" cy="7253159"/>
          </a:xfrm>
        </p:grpSpPr>
        <p:grpSp>
          <p:nvGrpSpPr>
            <p:cNvPr id="2" name="组合 1">
              <a:extLst>
                <a:ext uri="{FF2B5EF4-FFF2-40B4-BE49-F238E27FC236}">
                  <a16:creationId xmlns:a16="http://schemas.microsoft.com/office/drawing/2014/main" id="{CBD6869F-FE38-ED60-43B4-1B8E5DA99B6A}"/>
                </a:ext>
              </a:extLst>
            </p:cNvPr>
            <p:cNvGrpSpPr/>
            <p:nvPr/>
          </p:nvGrpSpPr>
          <p:grpSpPr>
            <a:xfrm>
              <a:off x="218440" y="2559823"/>
              <a:ext cx="6661665" cy="6290336"/>
              <a:chOff x="69189" y="1370282"/>
              <a:chExt cx="6661665" cy="6290336"/>
            </a:xfrm>
          </p:grpSpPr>
          <p:pic>
            <p:nvPicPr>
              <p:cNvPr id="3" name="图片 2">
                <a:extLst>
                  <a:ext uri="{FF2B5EF4-FFF2-40B4-BE49-F238E27FC236}">
                    <a16:creationId xmlns:a16="http://schemas.microsoft.com/office/drawing/2014/main" id="{D49D4B90-98E9-CEE3-7B8C-D84E7F7DD80A}"/>
                  </a:ext>
                </a:extLst>
              </p:cNvPr>
              <p:cNvPicPr>
                <a:picLocks noChangeAspect="1"/>
              </p:cNvPicPr>
              <p:nvPr/>
            </p:nvPicPr>
            <p:blipFill>
              <a:blip r:embed="rId3"/>
              <a:srcRect t="17778"/>
              <a:stretch/>
            </p:blipFill>
            <p:spPr>
              <a:xfrm>
                <a:off x="197922" y="1895598"/>
                <a:ext cx="6392469" cy="3402999"/>
              </a:xfrm>
              <a:prstGeom prst="rect">
                <a:avLst/>
              </a:prstGeom>
            </p:spPr>
          </p:pic>
          <p:sp>
            <p:nvSpPr>
              <p:cNvPr id="4" name="椭圆 3">
                <a:extLst>
                  <a:ext uri="{FF2B5EF4-FFF2-40B4-BE49-F238E27FC236}">
                    <a16:creationId xmlns:a16="http://schemas.microsoft.com/office/drawing/2014/main" id="{45D96981-2B2C-4BDA-DB02-E74F6ECDED90}"/>
                  </a:ext>
                </a:extLst>
              </p:cNvPr>
              <p:cNvSpPr/>
              <p:nvPr/>
            </p:nvSpPr>
            <p:spPr>
              <a:xfrm>
                <a:off x="1468024" y="4559902"/>
                <a:ext cx="137386" cy="149769"/>
              </a:xfrm>
              <a:prstGeom prst="ellipse">
                <a:avLst/>
              </a:prstGeom>
              <a:solidFill>
                <a:schemeClr val="tx1"/>
              </a:solidFill>
              <a:ln>
                <a:solidFill>
                  <a:schemeClr val="tx1"/>
                </a:solidFill>
              </a:ln>
            </p:spPr>
            <p:txBody>
              <a:bodyPr wrap="square" rtlCol="0" anchor="ctr">
                <a:noAutofit/>
              </a:bodyPr>
              <a:lstStyle/>
              <a:p>
                <a:pPr algn="ctr">
                  <a:buNone/>
                </a:pPr>
                <a:endParaRPr lang="zh-CN" altLang="en-US" sz="1600" dirty="0" err="1"/>
              </a:p>
            </p:txBody>
          </p:sp>
          <p:sp>
            <p:nvSpPr>
              <p:cNvPr id="5" name="椭圆 4">
                <a:extLst>
                  <a:ext uri="{FF2B5EF4-FFF2-40B4-BE49-F238E27FC236}">
                    <a16:creationId xmlns:a16="http://schemas.microsoft.com/office/drawing/2014/main" id="{7B8B021B-A4D1-5981-0B32-4A430C7EDD29}"/>
                  </a:ext>
                </a:extLst>
              </p:cNvPr>
              <p:cNvSpPr/>
              <p:nvPr/>
            </p:nvSpPr>
            <p:spPr>
              <a:xfrm>
                <a:off x="2716201" y="3010008"/>
                <a:ext cx="127626" cy="122613"/>
              </a:xfrm>
              <a:prstGeom prst="ellipse">
                <a:avLst/>
              </a:prstGeom>
              <a:solidFill>
                <a:schemeClr val="tx1"/>
              </a:solidFill>
              <a:ln>
                <a:solidFill>
                  <a:schemeClr val="tx1"/>
                </a:solidFill>
              </a:ln>
            </p:spPr>
            <p:txBody>
              <a:bodyPr wrap="square" rtlCol="0" anchor="ctr">
                <a:noAutofit/>
              </a:bodyPr>
              <a:lstStyle/>
              <a:p>
                <a:pPr algn="ctr">
                  <a:buNone/>
                </a:pPr>
                <a:endParaRPr lang="zh-CN" altLang="en-US" sz="1600" dirty="0" err="1"/>
              </a:p>
            </p:txBody>
          </p:sp>
          <p:sp>
            <p:nvSpPr>
              <p:cNvPr id="6" name="椭圆 5">
                <a:extLst>
                  <a:ext uri="{FF2B5EF4-FFF2-40B4-BE49-F238E27FC236}">
                    <a16:creationId xmlns:a16="http://schemas.microsoft.com/office/drawing/2014/main" id="{0D7BAC29-0F06-6EFB-549A-BE1CF133CC0B}"/>
                  </a:ext>
                </a:extLst>
              </p:cNvPr>
              <p:cNvSpPr/>
              <p:nvPr/>
            </p:nvSpPr>
            <p:spPr>
              <a:xfrm>
                <a:off x="5184892" y="4308986"/>
                <a:ext cx="137386" cy="153150"/>
              </a:xfrm>
              <a:prstGeom prst="ellipse">
                <a:avLst/>
              </a:prstGeom>
              <a:solidFill>
                <a:schemeClr val="tx1"/>
              </a:solidFill>
              <a:ln>
                <a:solidFill>
                  <a:schemeClr val="tx1"/>
                </a:solidFill>
              </a:ln>
            </p:spPr>
            <p:txBody>
              <a:bodyPr wrap="square" rtlCol="0" anchor="ctr">
                <a:noAutofit/>
              </a:bodyPr>
              <a:lstStyle/>
              <a:p>
                <a:pPr algn="ctr">
                  <a:buNone/>
                </a:pPr>
                <a:endParaRPr lang="zh-CN" altLang="en-US" sz="1600" dirty="0" err="1"/>
              </a:p>
            </p:txBody>
          </p:sp>
          <p:sp>
            <p:nvSpPr>
              <p:cNvPr id="7" name="椭圆 6">
                <a:extLst>
                  <a:ext uri="{FF2B5EF4-FFF2-40B4-BE49-F238E27FC236}">
                    <a16:creationId xmlns:a16="http://schemas.microsoft.com/office/drawing/2014/main" id="{588AA9B1-CEDD-DE04-DE0D-62845F87E27C}"/>
                  </a:ext>
                </a:extLst>
              </p:cNvPr>
              <p:cNvSpPr/>
              <p:nvPr/>
            </p:nvSpPr>
            <p:spPr>
              <a:xfrm>
                <a:off x="2681001" y="3327441"/>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p:sp>
            <p:nvSpPr>
              <p:cNvPr id="8" name="椭圆 7">
                <a:extLst>
                  <a:ext uri="{FF2B5EF4-FFF2-40B4-BE49-F238E27FC236}">
                    <a16:creationId xmlns:a16="http://schemas.microsoft.com/office/drawing/2014/main" id="{6B4E0D58-CC68-9F2C-B3F1-F2EC0B7547B1}"/>
                  </a:ext>
                </a:extLst>
              </p:cNvPr>
              <p:cNvSpPr/>
              <p:nvPr/>
            </p:nvSpPr>
            <p:spPr>
              <a:xfrm>
                <a:off x="2824960" y="3634970"/>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p:sp>
            <p:nvSpPr>
              <p:cNvPr id="9" name="椭圆 8">
                <a:extLst>
                  <a:ext uri="{FF2B5EF4-FFF2-40B4-BE49-F238E27FC236}">
                    <a16:creationId xmlns:a16="http://schemas.microsoft.com/office/drawing/2014/main" id="{D41C1F9D-68DB-8042-802E-39D241B8F9D6}"/>
                  </a:ext>
                </a:extLst>
              </p:cNvPr>
              <p:cNvSpPr/>
              <p:nvPr/>
            </p:nvSpPr>
            <p:spPr>
              <a:xfrm>
                <a:off x="1437946" y="4129558"/>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p:sp>
            <p:nvSpPr>
              <p:cNvPr id="10" name="椭圆 9">
                <a:extLst>
                  <a:ext uri="{FF2B5EF4-FFF2-40B4-BE49-F238E27FC236}">
                    <a16:creationId xmlns:a16="http://schemas.microsoft.com/office/drawing/2014/main" id="{E5C9F7AF-580A-1822-C4AC-CE0F3B218823}"/>
                  </a:ext>
                </a:extLst>
              </p:cNvPr>
              <p:cNvSpPr/>
              <p:nvPr/>
            </p:nvSpPr>
            <p:spPr>
              <a:xfrm>
                <a:off x="4697941" y="4429126"/>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p:sp>
            <p:nvSpPr>
              <p:cNvPr id="11" name="椭圆 10">
                <a:extLst>
                  <a:ext uri="{FF2B5EF4-FFF2-40B4-BE49-F238E27FC236}">
                    <a16:creationId xmlns:a16="http://schemas.microsoft.com/office/drawing/2014/main" id="{28C830CF-6B48-7E70-2321-2581CC5D8D76}"/>
                  </a:ext>
                </a:extLst>
              </p:cNvPr>
              <p:cNvSpPr/>
              <p:nvPr/>
            </p:nvSpPr>
            <p:spPr>
              <a:xfrm>
                <a:off x="5554269" y="4107238"/>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82FA175-DBBD-6E51-9225-EBFF52742CFC}"/>
                      </a:ext>
                    </a:extLst>
                  </p:cNvPr>
                  <p:cNvSpPr txBox="1"/>
                  <p:nvPr/>
                </p:nvSpPr>
                <p:spPr>
                  <a:xfrm>
                    <a:off x="1097809" y="3967041"/>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1,1</m:t>
                              </m:r>
                            </m:sub>
                          </m:sSub>
                        </m:oMath>
                      </m:oMathPara>
                    </a14:m>
                    <a:endParaRPr lang="zh-CN" altLang="en-US" sz="1600" dirty="0"/>
                  </a:p>
                </p:txBody>
              </p:sp>
            </mc:Choice>
            <mc:Fallback xmlns="">
              <p:sp>
                <p:nvSpPr>
                  <p:cNvPr id="26" name="文本框 25">
                    <a:extLst>
                      <a:ext uri="{FF2B5EF4-FFF2-40B4-BE49-F238E27FC236}">
                        <a16:creationId xmlns:a16="http://schemas.microsoft.com/office/drawing/2014/main" id="{A100933A-AA06-9A63-60E9-A63A3CA1015A}"/>
                      </a:ext>
                    </a:extLst>
                  </p:cNvPr>
                  <p:cNvSpPr txBox="1">
                    <a:spLocks noRot="1" noChangeAspect="1" noMove="1" noResize="1" noEditPoints="1" noAdjustHandles="1" noChangeArrowheads="1" noChangeShapeType="1" noTextEdit="1"/>
                  </p:cNvSpPr>
                  <p:nvPr/>
                </p:nvSpPr>
                <p:spPr>
                  <a:xfrm>
                    <a:off x="1097809" y="3967041"/>
                    <a:ext cx="198197" cy="349326"/>
                  </a:xfrm>
                  <a:prstGeom prst="rect">
                    <a:avLst/>
                  </a:prstGeom>
                  <a:blipFill>
                    <a:blip r:embed="rId13"/>
                    <a:stretch>
                      <a:fillRect l="-66667" r="-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05FC72F-C14A-AB88-0B8B-F44207C33AAF}"/>
                      </a:ext>
                    </a:extLst>
                  </p:cNvPr>
                  <p:cNvSpPr txBox="1"/>
                  <p:nvPr/>
                </p:nvSpPr>
                <p:spPr>
                  <a:xfrm>
                    <a:off x="2956092" y="3247769"/>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2,1</m:t>
                              </m:r>
                            </m:sub>
                          </m:sSub>
                        </m:oMath>
                      </m:oMathPara>
                    </a14:m>
                    <a:endParaRPr lang="zh-CN" altLang="en-US" sz="1600" dirty="0"/>
                  </a:p>
                </p:txBody>
              </p:sp>
            </mc:Choice>
            <mc:Fallback xmlns="">
              <p:sp>
                <p:nvSpPr>
                  <p:cNvPr id="27" name="文本框 26">
                    <a:extLst>
                      <a:ext uri="{FF2B5EF4-FFF2-40B4-BE49-F238E27FC236}">
                        <a16:creationId xmlns:a16="http://schemas.microsoft.com/office/drawing/2014/main" id="{939AF1B5-BD42-7C79-3CD4-62EB4C1C0510}"/>
                      </a:ext>
                    </a:extLst>
                  </p:cNvPr>
                  <p:cNvSpPr txBox="1">
                    <a:spLocks noRot="1" noChangeAspect="1" noMove="1" noResize="1" noEditPoints="1" noAdjustHandles="1" noChangeArrowheads="1" noChangeShapeType="1" noTextEdit="1"/>
                  </p:cNvSpPr>
                  <p:nvPr/>
                </p:nvSpPr>
                <p:spPr>
                  <a:xfrm>
                    <a:off x="2956092" y="3247769"/>
                    <a:ext cx="198197" cy="349326"/>
                  </a:xfrm>
                  <a:prstGeom prst="rect">
                    <a:avLst/>
                  </a:prstGeom>
                  <a:blipFill>
                    <a:blip r:embed="rId14"/>
                    <a:stretch>
                      <a:fillRect l="-69697" r="-3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322BC21-A436-02BA-95EB-20FCDA4EEA09}"/>
                      </a:ext>
                    </a:extLst>
                  </p:cNvPr>
                  <p:cNvSpPr txBox="1"/>
                  <p:nvPr/>
                </p:nvSpPr>
                <p:spPr>
                  <a:xfrm>
                    <a:off x="3040505" y="3679485"/>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2,2</m:t>
                              </m:r>
                            </m:sub>
                          </m:sSub>
                        </m:oMath>
                      </m:oMathPara>
                    </a14:m>
                    <a:endParaRPr lang="zh-CN" altLang="en-US" sz="1600" dirty="0"/>
                  </a:p>
                </p:txBody>
              </p:sp>
            </mc:Choice>
            <mc:Fallback xmlns="">
              <p:sp>
                <p:nvSpPr>
                  <p:cNvPr id="28" name="文本框 27">
                    <a:extLst>
                      <a:ext uri="{FF2B5EF4-FFF2-40B4-BE49-F238E27FC236}">
                        <a16:creationId xmlns:a16="http://schemas.microsoft.com/office/drawing/2014/main" id="{3390B6BA-8163-9F45-6F0E-9BCE747CF719}"/>
                      </a:ext>
                    </a:extLst>
                  </p:cNvPr>
                  <p:cNvSpPr txBox="1">
                    <a:spLocks noRot="1" noChangeAspect="1" noMove="1" noResize="1" noEditPoints="1" noAdjustHandles="1" noChangeArrowheads="1" noChangeShapeType="1" noTextEdit="1"/>
                  </p:cNvSpPr>
                  <p:nvPr/>
                </p:nvSpPr>
                <p:spPr>
                  <a:xfrm>
                    <a:off x="3040505" y="3679485"/>
                    <a:ext cx="198197" cy="349326"/>
                  </a:xfrm>
                  <a:prstGeom prst="rect">
                    <a:avLst/>
                  </a:prstGeom>
                  <a:blipFill>
                    <a:blip r:embed="rId15"/>
                    <a:stretch>
                      <a:fillRect l="-69697" r="-3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239EB19-6102-F2E2-1001-3C0E71EA523F}"/>
                      </a:ext>
                    </a:extLst>
                  </p:cNvPr>
                  <p:cNvSpPr txBox="1"/>
                  <p:nvPr/>
                </p:nvSpPr>
                <p:spPr>
                  <a:xfrm>
                    <a:off x="4474527" y="4181137"/>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3,1</m:t>
                              </m:r>
                            </m:sub>
                          </m:sSub>
                        </m:oMath>
                      </m:oMathPara>
                    </a14:m>
                    <a:endParaRPr lang="zh-CN" altLang="en-US" sz="1600" dirty="0"/>
                  </a:p>
                </p:txBody>
              </p:sp>
            </mc:Choice>
            <mc:Fallback xmlns="">
              <p:sp>
                <p:nvSpPr>
                  <p:cNvPr id="29" name="文本框 28">
                    <a:extLst>
                      <a:ext uri="{FF2B5EF4-FFF2-40B4-BE49-F238E27FC236}">
                        <a16:creationId xmlns:a16="http://schemas.microsoft.com/office/drawing/2014/main" id="{D709F25E-8B2B-126D-EBD3-BE552EE4037C}"/>
                      </a:ext>
                    </a:extLst>
                  </p:cNvPr>
                  <p:cNvSpPr txBox="1">
                    <a:spLocks noRot="1" noChangeAspect="1" noMove="1" noResize="1" noEditPoints="1" noAdjustHandles="1" noChangeArrowheads="1" noChangeShapeType="1" noTextEdit="1"/>
                  </p:cNvSpPr>
                  <p:nvPr/>
                </p:nvSpPr>
                <p:spPr>
                  <a:xfrm>
                    <a:off x="4474527" y="4181137"/>
                    <a:ext cx="198197" cy="349326"/>
                  </a:xfrm>
                  <a:prstGeom prst="rect">
                    <a:avLst/>
                  </a:prstGeom>
                  <a:blipFill>
                    <a:blip r:embed="rId16"/>
                    <a:stretch>
                      <a:fillRect l="-69697" r="-3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6D679D0F-B32C-15E3-525E-6F6558B88D15}"/>
                      </a:ext>
                    </a:extLst>
                  </p:cNvPr>
                  <p:cNvSpPr txBox="1"/>
                  <p:nvPr/>
                </p:nvSpPr>
                <p:spPr>
                  <a:xfrm>
                    <a:off x="5055125" y="3991720"/>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3,2</m:t>
                              </m:r>
                            </m:sub>
                          </m:sSub>
                        </m:oMath>
                      </m:oMathPara>
                    </a14:m>
                    <a:endParaRPr lang="zh-CN" altLang="en-US" sz="1600" dirty="0"/>
                  </a:p>
                </p:txBody>
              </p:sp>
            </mc:Choice>
            <mc:Fallback xmlns="">
              <p:sp>
                <p:nvSpPr>
                  <p:cNvPr id="30" name="文本框 29">
                    <a:extLst>
                      <a:ext uri="{FF2B5EF4-FFF2-40B4-BE49-F238E27FC236}">
                        <a16:creationId xmlns:a16="http://schemas.microsoft.com/office/drawing/2014/main" id="{9CCADAAD-206E-2158-DBCF-E76093A2F188}"/>
                      </a:ext>
                    </a:extLst>
                  </p:cNvPr>
                  <p:cNvSpPr txBox="1">
                    <a:spLocks noRot="1" noChangeAspect="1" noMove="1" noResize="1" noEditPoints="1" noAdjustHandles="1" noChangeArrowheads="1" noChangeShapeType="1" noTextEdit="1"/>
                  </p:cNvSpPr>
                  <p:nvPr/>
                </p:nvSpPr>
                <p:spPr>
                  <a:xfrm>
                    <a:off x="5055125" y="3991720"/>
                    <a:ext cx="198197" cy="349326"/>
                  </a:xfrm>
                  <a:prstGeom prst="rect">
                    <a:avLst/>
                  </a:prstGeom>
                  <a:blipFill>
                    <a:blip r:embed="rId17"/>
                    <a:stretch>
                      <a:fillRect l="-71875" r="-37500"/>
                    </a:stretch>
                  </a:blipFill>
                </p:spPr>
                <p:txBody>
                  <a:bodyPr/>
                  <a:lstStyle/>
                  <a:p>
                    <a:r>
                      <a:rPr lang="zh-CN" altLang="en-US">
                        <a:noFill/>
                      </a:rPr>
                      <a:t> </a:t>
                    </a:r>
                  </a:p>
                </p:txBody>
              </p:sp>
            </mc:Fallback>
          </mc:AlternateContent>
          <p:sp>
            <p:nvSpPr>
              <p:cNvPr id="17" name="椭圆 16">
                <a:extLst>
                  <a:ext uri="{FF2B5EF4-FFF2-40B4-BE49-F238E27FC236}">
                    <a16:creationId xmlns:a16="http://schemas.microsoft.com/office/drawing/2014/main" id="{5AE8D243-81C2-C33E-75ED-9D1EB582D587}"/>
                  </a:ext>
                </a:extLst>
              </p:cNvPr>
              <p:cNvSpPr/>
              <p:nvPr/>
            </p:nvSpPr>
            <p:spPr>
              <a:xfrm>
                <a:off x="1216295" y="3799445"/>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60677A2-35DE-90F3-B9A3-2F3DE3F0F199}"/>
                      </a:ext>
                    </a:extLst>
                  </p:cNvPr>
                  <p:cNvSpPr txBox="1"/>
                  <p:nvPr/>
                </p:nvSpPr>
                <p:spPr>
                  <a:xfrm>
                    <a:off x="1013119" y="3495473"/>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1,2</m:t>
                              </m:r>
                            </m:sub>
                          </m:sSub>
                        </m:oMath>
                      </m:oMathPara>
                    </a14:m>
                    <a:endParaRPr lang="zh-CN" altLang="en-US" sz="1600" dirty="0"/>
                  </a:p>
                </p:txBody>
              </p:sp>
            </mc:Choice>
            <mc:Fallback xmlns="">
              <p:sp>
                <p:nvSpPr>
                  <p:cNvPr id="32" name="文本框 31">
                    <a:extLst>
                      <a:ext uri="{FF2B5EF4-FFF2-40B4-BE49-F238E27FC236}">
                        <a16:creationId xmlns:a16="http://schemas.microsoft.com/office/drawing/2014/main" id="{82AB85B5-0985-6BB4-55A9-3E911B049185}"/>
                      </a:ext>
                    </a:extLst>
                  </p:cNvPr>
                  <p:cNvSpPr txBox="1">
                    <a:spLocks noRot="1" noChangeAspect="1" noMove="1" noResize="1" noEditPoints="1" noAdjustHandles="1" noChangeArrowheads="1" noChangeShapeType="1" noTextEdit="1"/>
                  </p:cNvSpPr>
                  <p:nvPr/>
                </p:nvSpPr>
                <p:spPr>
                  <a:xfrm>
                    <a:off x="1013119" y="3495473"/>
                    <a:ext cx="198197" cy="349326"/>
                  </a:xfrm>
                  <a:prstGeom prst="rect">
                    <a:avLst/>
                  </a:prstGeom>
                  <a:blipFill>
                    <a:blip r:embed="rId18"/>
                    <a:stretch>
                      <a:fillRect l="-66667" r="-33333"/>
                    </a:stretch>
                  </a:blipFill>
                </p:spPr>
                <p:txBody>
                  <a:bodyPr/>
                  <a:lstStyle/>
                  <a:p>
                    <a:r>
                      <a:rPr lang="zh-CN" altLang="en-US">
                        <a:noFill/>
                      </a:rPr>
                      <a:t> </a:t>
                    </a:r>
                  </a:p>
                </p:txBody>
              </p:sp>
            </mc:Fallback>
          </mc:AlternateContent>
          <p:sp>
            <p:nvSpPr>
              <p:cNvPr id="19" name="弧形 18">
                <a:extLst>
                  <a:ext uri="{FF2B5EF4-FFF2-40B4-BE49-F238E27FC236}">
                    <a16:creationId xmlns:a16="http://schemas.microsoft.com/office/drawing/2014/main" id="{82B73597-D395-F8F1-9FA8-C6140C2E2608}"/>
                  </a:ext>
                </a:extLst>
              </p:cNvPr>
              <p:cNvSpPr/>
              <p:nvPr/>
            </p:nvSpPr>
            <p:spPr bwMode="auto">
              <a:xfrm rot="20220263">
                <a:off x="524911" y="4283973"/>
                <a:ext cx="4020720" cy="2127569"/>
              </a:xfrm>
              <a:prstGeom prst="arc">
                <a:avLst>
                  <a:gd name="adj1" fmla="val 16200000"/>
                  <a:gd name="adj2" fmla="val 21474476"/>
                </a:avLst>
              </a:prstGeom>
              <a:noFill/>
              <a:ln w="127000" cap="flat" cmpd="sng" algn="ctr">
                <a:solidFill>
                  <a:srgbClr val="FFC000"/>
                </a:solidFill>
                <a:prstDash val="solid"/>
                <a:round/>
                <a:headEnd type="none" w="med" len="med"/>
                <a:tailEnd type="stealth" w="med" len="med"/>
              </a:ln>
              <a:effectLst/>
            </p:spPr>
            <p:txBody>
              <a:bodyPr rtlCol="0" anchor="ctr"/>
              <a:lstStyle/>
              <a:p>
                <a:pPr algn="ctr"/>
                <a:endParaRPr lang="zh-CN" altLang="en-US" sz="160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9630D2E-972E-7F38-D7A0-41AAB0BF89B2}"/>
                      </a:ext>
                    </a:extLst>
                  </p:cNvPr>
                  <p:cNvSpPr txBox="1"/>
                  <p:nvPr/>
                </p:nvSpPr>
                <p:spPr>
                  <a:xfrm>
                    <a:off x="3328009" y="3885694"/>
                    <a:ext cx="360851" cy="400110"/>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𝒑𝒂𝒕𝒉</m:t>
                              </m:r>
                            </m:e>
                            <m:sub>
                              <m:r>
                                <a:rPr lang="en-US" altLang="zh-CN" sz="2000" b="1" i="1" smtClean="0">
                                  <a:latin typeface="Cambria Math" panose="02040503050406030204" pitchFamily="18" charset="0"/>
                                </a:rPr>
                                <m:t>𝟏</m:t>
                              </m:r>
                            </m:sub>
                          </m:sSub>
                        </m:oMath>
                      </m:oMathPara>
                    </a14:m>
                    <a:endParaRPr lang="zh-CN" altLang="en-US" sz="2000" b="1" dirty="0"/>
                  </a:p>
                </p:txBody>
              </p:sp>
            </mc:Choice>
            <mc:Fallback xmlns="">
              <p:sp>
                <p:nvSpPr>
                  <p:cNvPr id="39" name="文本框 38">
                    <a:extLst>
                      <a:ext uri="{FF2B5EF4-FFF2-40B4-BE49-F238E27FC236}">
                        <a16:creationId xmlns:a16="http://schemas.microsoft.com/office/drawing/2014/main" id="{6F5B9FBA-C21B-C8F2-F62D-0B3F39A8C544}"/>
                      </a:ext>
                    </a:extLst>
                  </p:cNvPr>
                  <p:cNvSpPr txBox="1">
                    <a:spLocks noRot="1" noChangeAspect="1" noMove="1" noResize="1" noEditPoints="1" noAdjustHandles="1" noChangeArrowheads="1" noChangeShapeType="1" noTextEdit="1"/>
                  </p:cNvSpPr>
                  <p:nvPr/>
                </p:nvSpPr>
                <p:spPr>
                  <a:xfrm>
                    <a:off x="3328009" y="3885694"/>
                    <a:ext cx="360851" cy="400110"/>
                  </a:xfrm>
                  <a:prstGeom prst="rect">
                    <a:avLst/>
                  </a:prstGeom>
                  <a:blipFill>
                    <a:blip r:embed="rId19"/>
                    <a:stretch>
                      <a:fillRect l="-91525" r="-54237" b="-20000"/>
                    </a:stretch>
                  </a:blipFill>
                </p:spPr>
                <p:txBody>
                  <a:bodyPr/>
                  <a:lstStyle/>
                  <a:p>
                    <a:r>
                      <a:rPr lang="zh-CN" altLang="en-US">
                        <a:noFill/>
                      </a:rPr>
                      <a:t> </a:t>
                    </a:r>
                  </a:p>
                </p:txBody>
              </p:sp>
            </mc:Fallback>
          </mc:AlternateContent>
          <p:cxnSp>
            <p:nvCxnSpPr>
              <p:cNvPr id="21" name="直接连接符 20">
                <a:extLst>
                  <a:ext uri="{FF2B5EF4-FFF2-40B4-BE49-F238E27FC236}">
                    <a16:creationId xmlns:a16="http://schemas.microsoft.com/office/drawing/2014/main" id="{0AA60230-1A01-845F-C1AB-942E71BD1158}"/>
                  </a:ext>
                </a:extLst>
              </p:cNvPr>
              <p:cNvCxnSpPr>
                <a:cxnSpLocks/>
                <a:stCxn id="4" idx="7"/>
                <a:endCxn id="5" idx="3"/>
              </p:cNvCxnSpPr>
              <p:nvPr/>
            </p:nvCxnSpPr>
            <p:spPr bwMode="auto">
              <a:xfrm flipV="1">
                <a:off x="1585290" y="3114665"/>
                <a:ext cx="1149601" cy="1467170"/>
              </a:xfrm>
              <a:prstGeom prst="line">
                <a:avLst/>
              </a:prstGeom>
              <a:noFill/>
              <a:ln w="12700" cap="flat" cmpd="sng" algn="ctr">
                <a:solidFill>
                  <a:schemeClr val="tx1"/>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84B45E8A-004B-C53C-D867-76D655A14C4F}"/>
                  </a:ext>
                </a:extLst>
              </p:cNvPr>
              <p:cNvCxnSpPr>
                <a:cxnSpLocks/>
                <a:stCxn id="5" idx="2"/>
              </p:cNvCxnSpPr>
              <p:nvPr/>
            </p:nvCxnSpPr>
            <p:spPr bwMode="auto">
              <a:xfrm>
                <a:off x="2716201" y="3071315"/>
                <a:ext cx="2370129" cy="1254723"/>
              </a:xfrm>
              <a:prstGeom prst="line">
                <a:avLst/>
              </a:prstGeom>
              <a:noFill/>
              <a:ln w="25400" cap="flat" cmpd="sng" algn="ctr">
                <a:solidFill>
                  <a:schemeClr val="tx1"/>
                </a:solidFill>
                <a:prstDash val="solid"/>
                <a:round/>
                <a:headEnd type="none" w="med" len="med"/>
                <a:tailEnd type="none" w="med" len="med"/>
              </a:ln>
              <a:effectLst/>
            </p:spPr>
          </p:cxnSp>
          <p:sp>
            <p:nvSpPr>
              <p:cNvPr id="23" name="标注: 线形 22">
                <a:extLst>
                  <a:ext uri="{FF2B5EF4-FFF2-40B4-BE49-F238E27FC236}">
                    <a16:creationId xmlns:a16="http://schemas.microsoft.com/office/drawing/2014/main" id="{9BEEF743-441B-770B-CA5F-3FBD70533C94}"/>
                  </a:ext>
                </a:extLst>
              </p:cNvPr>
              <p:cNvSpPr/>
              <p:nvPr/>
            </p:nvSpPr>
            <p:spPr>
              <a:xfrm>
                <a:off x="1110059" y="4888794"/>
                <a:ext cx="243622" cy="226959"/>
              </a:xfrm>
              <a:prstGeom prst="borderCallout1">
                <a:avLst>
                  <a:gd name="adj1" fmla="val -5652"/>
                  <a:gd name="adj2" fmla="val 49337"/>
                  <a:gd name="adj3" fmla="val -113165"/>
                  <a:gd name="adj4" fmla="val 150779"/>
                </a:avLst>
              </a:prstGeom>
              <a:solidFill>
                <a:schemeClr val="bg1"/>
              </a:solidFill>
              <a:ln>
                <a:solidFill>
                  <a:schemeClr val="tx1"/>
                </a:solidFill>
              </a:ln>
            </p:spPr>
            <p:txBody>
              <a:bodyPr wrap="square" rtlCol="0" anchor="ctr">
                <a:noAutofit/>
              </a:bodyPr>
              <a:lstStyle/>
              <a:p>
                <a:pPr algn="ctr">
                  <a:buNone/>
                </a:pPr>
                <a:endParaRPr lang="zh-CN" altLang="en-US" sz="1600" dirty="0" err="1"/>
              </a:p>
            </p:txBody>
          </p:sp>
          <p:sp>
            <p:nvSpPr>
              <p:cNvPr id="24" name="标注: 线形 23">
                <a:extLst>
                  <a:ext uri="{FF2B5EF4-FFF2-40B4-BE49-F238E27FC236}">
                    <a16:creationId xmlns:a16="http://schemas.microsoft.com/office/drawing/2014/main" id="{293568E8-A791-23E7-D8B2-A2E3FE7BCCDD}"/>
                  </a:ext>
                </a:extLst>
              </p:cNvPr>
              <p:cNvSpPr/>
              <p:nvPr/>
            </p:nvSpPr>
            <p:spPr>
              <a:xfrm>
                <a:off x="2255845" y="2678643"/>
                <a:ext cx="243622" cy="226959"/>
              </a:xfrm>
              <a:prstGeom prst="borderCallout1">
                <a:avLst>
                  <a:gd name="adj1" fmla="val 109460"/>
                  <a:gd name="adj2" fmla="val 51186"/>
                  <a:gd name="adj3" fmla="val 170799"/>
                  <a:gd name="adj4" fmla="val 212506"/>
                </a:avLst>
              </a:prstGeom>
              <a:solidFill>
                <a:schemeClr val="bg1"/>
              </a:solidFill>
              <a:ln>
                <a:solidFill>
                  <a:schemeClr val="tx1"/>
                </a:solidFill>
              </a:ln>
            </p:spPr>
            <p:txBody>
              <a:bodyPr wrap="square" rtlCol="0" anchor="ctr">
                <a:noAutofit/>
              </a:bodyPr>
              <a:lstStyle/>
              <a:p>
                <a:pPr algn="ctr">
                  <a:buNone/>
                </a:pPr>
                <a:endParaRPr lang="zh-CN" altLang="en-US" sz="1600" dirty="0" err="1"/>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341952A-5C9B-51EA-F16D-AA16B95776F8}"/>
                      </a:ext>
                    </a:extLst>
                  </p:cNvPr>
                  <p:cNvSpPr txBox="1"/>
                  <p:nvPr/>
                </p:nvSpPr>
                <p:spPr>
                  <a:xfrm>
                    <a:off x="2314587" y="2600081"/>
                    <a:ext cx="19819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50" name="文本框 49">
                    <a:extLst>
                      <a:ext uri="{FF2B5EF4-FFF2-40B4-BE49-F238E27FC236}">
                        <a16:creationId xmlns:a16="http://schemas.microsoft.com/office/drawing/2014/main" id="{3F074BBA-6359-AF68-8693-A1A5CF49E181}"/>
                      </a:ext>
                    </a:extLst>
                  </p:cNvPr>
                  <p:cNvSpPr txBox="1">
                    <a:spLocks noRot="1" noChangeAspect="1" noMove="1" noResize="1" noEditPoints="1" noAdjustHandles="1" noChangeArrowheads="1" noChangeShapeType="1" noTextEdit="1"/>
                  </p:cNvSpPr>
                  <p:nvPr/>
                </p:nvSpPr>
                <p:spPr>
                  <a:xfrm>
                    <a:off x="2314587" y="2600081"/>
                    <a:ext cx="198197" cy="338554"/>
                  </a:xfrm>
                  <a:prstGeom prst="rect">
                    <a:avLst/>
                  </a:prstGeom>
                  <a:blipFill>
                    <a:blip r:embed="rId21"/>
                    <a:stretch>
                      <a:fillRect l="-37500" r="-3125"/>
                    </a:stretch>
                  </a:blipFill>
                </p:spPr>
                <p:txBody>
                  <a:bodyPr/>
                  <a:lstStyle/>
                  <a:p>
                    <a:r>
                      <a:rPr lang="zh-CN" altLang="en-US">
                        <a:noFill/>
                      </a:rPr>
                      <a:t> </a:t>
                    </a:r>
                  </a:p>
                </p:txBody>
              </p:sp>
            </mc:Fallback>
          </mc:AlternateContent>
          <p:sp>
            <p:nvSpPr>
              <p:cNvPr id="26" name="标注: 线形 25">
                <a:extLst>
                  <a:ext uri="{FF2B5EF4-FFF2-40B4-BE49-F238E27FC236}">
                    <a16:creationId xmlns:a16="http://schemas.microsoft.com/office/drawing/2014/main" id="{75E17943-C16B-330F-D96B-A948EEACA041}"/>
                  </a:ext>
                </a:extLst>
              </p:cNvPr>
              <p:cNvSpPr/>
              <p:nvPr/>
            </p:nvSpPr>
            <p:spPr>
              <a:xfrm>
                <a:off x="5544633" y="4549354"/>
                <a:ext cx="243622" cy="226959"/>
              </a:xfrm>
              <a:prstGeom prst="borderCallout1">
                <a:avLst>
                  <a:gd name="adj1" fmla="val 52995"/>
                  <a:gd name="adj2" fmla="val -12510"/>
                  <a:gd name="adj3" fmla="val -45718"/>
                  <a:gd name="adj4" fmla="val -109846"/>
                </a:avLst>
              </a:prstGeom>
              <a:solidFill>
                <a:schemeClr val="bg1"/>
              </a:solidFill>
              <a:ln>
                <a:solidFill>
                  <a:schemeClr val="tx1"/>
                </a:solidFill>
              </a:ln>
            </p:spPr>
            <p:txBody>
              <a:bodyPr wrap="square" rtlCol="0" anchor="ctr">
                <a:noAutofit/>
              </a:bodyPr>
              <a:lstStyle/>
              <a:p>
                <a:pPr algn="ctr">
                  <a:buNone/>
                </a:pPr>
                <a:endParaRPr lang="zh-CN" altLang="en-US" sz="1600" dirty="0" err="1"/>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DCCBEA35-3A66-D762-3CBD-7F082EFDE720}"/>
                      </a:ext>
                    </a:extLst>
                  </p:cNvPr>
                  <p:cNvSpPr txBox="1"/>
                  <p:nvPr/>
                </p:nvSpPr>
                <p:spPr>
                  <a:xfrm>
                    <a:off x="5584784" y="4465509"/>
                    <a:ext cx="19819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3</m:t>
                              </m:r>
                            </m:sub>
                          </m:sSub>
                        </m:oMath>
                      </m:oMathPara>
                    </a14:m>
                    <a:endParaRPr lang="zh-CN" altLang="en-US" sz="1600" dirty="0"/>
                  </a:p>
                </p:txBody>
              </p:sp>
            </mc:Choice>
            <mc:Fallback xmlns="">
              <p:sp>
                <p:nvSpPr>
                  <p:cNvPr id="51" name="文本框 50">
                    <a:extLst>
                      <a:ext uri="{FF2B5EF4-FFF2-40B4-BE49-F238E27FC236}">
                        <a16:creationId xmlns:a16="http://schemas.microsoft.com/office/drawing/2014/main" id="{32AA12A6-CCA6-88C2-039B-ECB0496003B5}"/>
                      </a:ext>
                    </a:extLst>
                  </p:cNvPr>
                  <p:cNvSpPr txBox="1">
                    <a:spLocks noRot="1" noChangeAspect="1" noMove="1" noResize="1" noEditPoints="1" noAdjustHandles="1" noChangeArrowheads="1" noChangeShapeType="1" noTextEdit="1"/>
                  </p:cNvSpPr>
                  <p:nvPr/>
                </p:nvSpPr>
                <p:spPr>
                  <a:xfrm>
                    <a:off x="5584784" y="4465509"/>
                    <a:ext cx="198197" cy="338554"/>
                  </a:xfrm>
                  <a:prstGeom prst="rect">
                    <a:avLst/>
                  </a:prstGeom>
                  <a:blipFill>
                    <a:blip r:embed="rId22"/>
                    <a:stretch>
                      <a:fillRect l="-36364" r="-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93ECB7DD-80A6-FCD6-D88C-EBA19F2A5709}"/>
                      </a:ext>
                    </a:extLst>
                  </p:cNvPr>
                  <p:cNvSpPr txBox="1"/>
                  <p:nvPr/>
                </p:nvSpPr>
                <p:spPr>
                  <a:xfrm>
                    <a:off x="1183219" y="4807977"/>
                    <a:ext cx="19819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1</m:t>
                              </m:r>
                            </m:sub>
                          </m:sSub>
                        </m:oMath>
                      </m:oMathPara>
                    </a14:m>
                    <a:endParaRPr lang="zh-CN" altLang="en-US" sz="1600" dirty="0"/>
                  </a:p>
                </p:txBody>
              </p:sp>
            </mc:Choice>
            <mc:Fallback xmlns="">
              <p:sp>
                <p:nvSpPr>
                  <p:cNvPr id="53" name="文本框 52">
                    <a:extLst>
                      <a:ext uri="{FF2B5EF4-FFF2-40B4-BE49-F238E27FC236}">
                        <a16:creationId xmlns:a16="http://schemas.microsoft.com/office/drawing/2014/main" id="{92636C19-84DE-D8BF-C6BA-3C2C17644705}"/>
                      </a:ext>
                    </a:extLst>
                  </p:cNvPr>
                  <p:cNvSpPr txBox="1">
                    <a:spLocks noRot="1" noChangeAspect="1" noMove="1" noResize="1" noEditPoints="1" noAdjustHandles="1" noChangeArrowheads="1" noChangeShapeType="1" noTextEdit="1"/>
                  </p:cNvSpPr>
                  <p:nvPr/>
                </p:nvSpPr>
                <p:spPr>
                  <a:xfrm>
                    <a:off x="1183219" y="4807977"/>
                    <a:ext cx="198197" cy="338554"/>
                  </a:xfrm>
                  <a:prstGeom prst="rect">
                    <a:avLst/>
                  </a:prstGeom>
                  <a:blipFill>
                    <a:blip r:embed="rId23"/>
                    <a:stretch>
                      <a:fillRect l="-36364"/>
                    </a:stretch>
                  </a:blipFill>
                </p:spPr>
                <p:txBody>
                  <a:bodyPr/>
                  <a:lstStyle/>
                  <a:p>
                    <a:r>
                      <a:rPr lang="zh-CN" altLang="en-US">
                        <a:noFill/>
                      </a:rPr>
                      <a:t> </a:t>
                    </a:r>
                  </a:p>
                </p:txBody>
              </p:sp>
            </mc:Fallback>
          </mc:AlternateContent>
          <p:cxnSp>
            <p:nvCxnSpPr>
              <p:cNvPr id="29" name="直接箭头连接符 28">
                <a:extLst>
                  <a:ext uri="{FF2B5EF4-FFF2-40B4-BE49-F238E27FC236}">
                    <a16:creationId xmlns:a16="http://schemas.microsoft.com/office/drawing/2014/main" id="{0926C54C-CCF3-A3C3-F1D8-3751FF164103}"/>
                  </a:ext>
                </a:extLst>
              </p:cNvPr>
              <p:cNvCxnSpPr>
                <a:stCxn id="4" idx="0"/>
                <a:endCxn id="9" idx="4"/>
              </p:cNvCxnSpPr>
              <p:nvPr/>
            </p:nvCxnSpPr>
            <p:spPr bwMode="auto">
              <a:xfrm flipH="1" flipV="1">
                <a:off x="1506639" y="4282708"/>
                <a:ext cx="30078" cy="277194"/>
              </a:xfrm>
              <a:prstGeom prst="straightConnector1">
                <a:avLst/>
              </a:prstGeom>
              <a:noFill/>
              <a:ln w="9525" cap="flat" cmpd="sng" algn="ctr">
                <a:solidFill>
                  <a:schemeClr val="tx1"/>
                </a:solidFill>
                <a:prstDash val="solid"/>
                <a:round/>
                <a:headEnd type="none" w="med" len="med"/>
                <a:tailEnd type="triangle"/>
              </a:ln>
              <a:effectLst/>
            </p:spPr>
          </p:cxnSp>
          <p:cxnSp>
            <p:nvCxnSpPr>
              <p:cNvPr id="30" name="直接箭头连接符 29">
                <a:extLst>
                  <a:ext uri="{FF2B5EF4-FFF2-40B4-BE49-F238E27FC236}">
                    <a16:creationId xmlns:a16="http://schemas.microsoft.com/office/drawing/2014/main" id="{5077A78C-151D-9BE0-C79D-364D7B1B5AF1}"/>
                  </a:ext>
                </a:extLst>
              </p:cNvPr>
              <p:cNvCxnSpPr>
                <a:cxnSpLocks/>
                <a:stCxn id="4" idx="1"/>
                <a:endCxn id="17" idx="4"/>
              </p:cNvCxnSpPr>
              <p:nvPr/>
            </p:nvCxnSpPr>
            <p:spPr bwMode="auto">
              <a:xfrm flipH="1" flipV="1">
                <a:off x="1284988" y="3952595"/>
                <a:ext cx="203156" cy="629240"/>
              </a:xfrm>
              <a:prstGeom prst="straightConnector1">
                <a:avLst/>
              </a:prstGeom>
              <a:noFill/>
              <a:ln w="9525" cap="flat" cmpd="sng" algn="ctr">
                <a:solidFill>
                  <a:schemeClr val="tx1"/>
                </a:solidFill>
                <a:prstDash val="solid"/>
                <a:round/>
                <a:headEnd type="none" w="med" len="med"/>
                <a:tailEnd type="triangle"/>
              </a:ln>
              <a:effectLst/>
            </p:spPr>
          </p:cxnSp>
          <p:cxnSp>
            <p:nvCxnSpPr>
              <p:cNvPr id="31" name="直接箭头连接符 30">
                <a:extLst>
                  <a:ext uri="{FF2B5EF4-FFF2-40B4-BE49-F238E27FC236}">
                    <a16:creationId xmlns:a16="http://schemas.microsoft.com/office/drawing/2014/main" id="{7100FF62-549F-5F3D-590E-1798B93D0A98}"/>
                  </a:ext>
                </a:extLst>
              </p:cNvPr>
              <p:cNvCxnSpPr>
                <a:cxnSpLocks/>
                <a:stCxn id="5" idx="3"/>
                <a:endCxn id="7" idx="0"/>
              </p:cNvCxnSpPr>
              <p:nvPr/>
            </p:nvCxnSpPr>
            <p:spPr bwMode="auto">
              <a:xfrm>
                <a:off x="2734891" y="3114665"/>
                <a:ext cx="14803" cy="212776"/>
              </a:xfrm>
              <a:prstGeom prst="straightConnector1">
                <a:avLst/>
              </a:prstGeom>
              <a:noFill/>
              <a:ln w="9525" cap="flat" cmpd="sng" algn="ctr">
                <a:solidFill>
                  <a:schemeClr val="tx1"/>
                </a:solidFill>
                <a:prstDash val="solid"/>
                <a:round/>
                <a:headEnd type="none" w="med" len="med"/>
                <a:tailEnd type="triangle"/>
              </a:ln>
              <a:effectLst/>
            </p:spPr>
          </p:cxnSp>
          <p:cxnSp>
            <p:nvCxnSpPr>
              <p:cNvPr id="32" name="直接箭头连接符 31">
                <a:extLst>
                  <a:ext uri="{FF2B5EF4-FFF2-40B4-BE49-F238E27FC236}">
                    <a16:creationId xmlns:a16="http://schemas.microsoft.com/office/drawing/2014/main" id="{544CF97B-EDB3-688B-38F5-962E14A6E2E3}"/>
                  </a:ext>
                </a:extLst>
              </p:cNvPr>
              <p:cNvCxnSpPr>
                <a:cxnSpLocks/>
                <a:endCxn id="8" idx="1"/>
              </p:cNvCxnSpPr>
              <p:nvPr/>
            </p:nvCxnSpPr>
            <p:spPr bwMode="auto">
              <a:xfrm>
                <a:off x="2770168" y="3071314"/>
                <a:ext cx="74912" cy="586084"/>
              </a:xfrm>
              <a:prstGeom prst="straightConnector1">
                <a:avLst/>
              </a:prstGeom>
              <a:noFill/>
              <a:ln w="9525" cap="flat" cmpd="sng" algn="ctr">
                <a:solidFill>
                  <a:schemeClr val="tx1"/>
                </a:solidFill>
                <a:prstDash val="solid"/>
                <a:round/>
                <a:headEnd type="none" w="med" len="med"/>
                <a:tailEnd type="triangle"/>
              </a:ln>
              <a:effectLst/>
            </p:spPr>
          </p:cxnSp>
          <p:cxnSp>
            <p:nvCxnSpPr>
              <p:cNvPr id="33" name="直接箭头连接符 32">
                <a:extLst>
                  <a:ext uri="{FF2B5EF4-FFF2-40B4-BE49-F238E27FC236}">
                    <a16:creationId xmlns:a16="http://schemas.microsoft.com/office/drawing/2014/main" id="{2AF53FBE-4E9B-920E-2C40-B304760FD42B}"/>
                  </a:ext>
                </a:extLst>
              </p:cNvPr>
              <p:cNvCxnSpPr>
                <a:stCxn id="6" idx="2"/>
                <a:endCxn id="10" idx="7"/>
              </p:cNvCxnSpPr>
              <p:nvPr/>
            </p:nvCxnSpPr>
            <p:spPr bwMode="auto">
              <a:xfrm flipH="1">
                <a:off x="4815207" y="4385561"/>
                <a:ext cx="369685" cy="65993"/>
              </a:xfrm>
              <a:prstGeom prst="straightConnector1">
                <a:avLst/>
              </a:prstGeom>
              <a:noFill/>
              <a:ln w="9525" cap="flat" cmpd="sng" algn="ctr">
                <a:solidFill>
                  <a:schemeClr val="tx1"/>
                </a:solidFill>
                <a:prstDash val="solid"/>
                <a:round/>
                <a:headEnd type="none" w="med" len="med"/>
                <a:tailEnd type="triangle"/>
              </a:ln>
              <a:effectLst/>
            </p:spPr>
          </p:cxnSp>
          <p:cxnSp>
            <p:nvCxnSpPr>
              <p:cNvPr id="34" name="直接箭头连接符 33">
                <a:extLst>
                  <a:ext uri="{FF2B5EF4-FFF2-40B4-BE49-F238E27FC236}">
                    <a16:creationId xmlns:a16="http://schemas.microsoft.com/office/drawing/2014/main" id="{9EC35C00-0A00-D751-D31B-CC0586A13FFC}"/>
                  </a:ext>
                </a:extLst>
              </p:cNvPr>
              <p:cNvCxnSpPr>
                <a:stCxn id="6" idx="6"/>
                <a:endCxn id="11" idx="2"/>
              </p:cNvCxnSpPr>
              <p:nvPr/>
            </p:nvCxnSpPr>
            <p:spPr bwMode="auto">
              <a:xfrm flipV="1">
                <a:off x="5322278" y="4183813"/>
                <a:ext cx="231991" cy="201748"/>
              </a:xfrm>
              <a:prstGeom prst="straightConnector1">
                <a:avLst/>
              </a:prstGeom>
              <a:noFill/>
              <a:ln w="9525" cap="flat" cmpd="sng" algn="ctr">
                <a:solidFill>
                  <a:schemeClr val="tx1"/>
                </a:solidFill>
                <a:prstDash val="solid"/>
                <a:round/>
                <a:headEnd type="none" w="med" len="med"/>
                <a:tailEnd type="triangle"/>
              </a:ln>
              <a:effectLst/>
            </p:spPr>
          </p:cxnSp>
          <p:cxnSp>
            <p:nvCxnSpPr>
              <p:cNvPr id="35" name="直接连接符 34">
                <a:extLst>
                  <a:ext uri="{FF2B5EF4-FFF2-40B4-BE49-F238E27FC236}">
                    <a16:creationId xmlns:a16="http://schemas.microsoft.com/office/drawing/2014/main" id="{CBE7D4B0-F64E-6083-907A-0DB08756BC7F}"/>
                  </a:ext>
                </a:extLst>
              </p:cNvPr>
              <p:cNvCxnSpPr>
                <a:cxnSpLocks/>
              </p:cNvCxnSpPr>
              <p:nvPr/>
            </p:nvCxnSpPr>
            <p:spPr bwMode="auto">
              <a:xfrm>
                <a:off x="4363112" y="1405873"/>
                <a:ext cx="2064696" cy="4171967"/>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E01203A3-5555-1B1C-156D-D296928D600F}"/>
                      </a:ext>
                    </a:extLst>
                  </p:cNvPr>
                  <p:cNvSpPr txBox="1"/>
                  <p:nvPr/>
                </p:nvSpPr>
                <p:spPr>
                  <a:xfrm>
                    <a:off x="4573625" y="1372064"/>
                    <a:ext cx="261702" cy="36933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4</m:t>
                              </m:r>
                            </m:sub>
                          </m:sSub>
                        </m:oMath>
                      </m:oMathPara>
                    </a14:m>
                    <a:endParaRPr lang="zh-CN" altLang="en-US" dirty="0"/>
                  </a:p>
                </p:txBody>
              </p:sp>
            </mc:Choice>
            <mc:Fallback xmlns="">
              <p:sp>
                <p:nvSpPr>
                  <p:cNvPr id="54" name="文本框 53">
                    <a:extLst>
                      <a:ext uri="{FF2B5EF4-FFF2-40B4-BE49-F238E27FC236}">
                        <a16:creationId xmlns:a16="http://schemas.microsoft.com/office/drawing/2014/main" id="{CD456659-155F-2BDB-F34F-8E3E3D34915B}"/>
                      </a:ext>
                    </a:extLst>
                  </p:cNvPr>
                  <p:cNvSpPr txBox="1">
                    <a:spLocks noRot="1" noChangeAspect="1" noMove="1" noResize="1" noEditPoints="1" noAdjustHandles="1" noChangeArrowheads="1" noChangeShapeType="1" noTextEdit="1"/>
                  </p:cNvSpPr>
                  <p:nvPr/>
                </p:nvSpPr>
                <p:spPr>
                  <a:xfrm>
                    <a:off x="4573625" y="1372064"/>
                    <a:ext cx="261702" cy="369332"/>
                  </a:xfrm>
                  <a:prstGeom prst="rect">
                    <a:avLst/>
                  </a:prstGeom>
                  <a:blipFill>
                    <a:blip r:embed="rId24"/>
                    <a:stretch>
                      <a:fillRect l="-21429"/>
                    </a:stretch>
                  </a:blipFill>
                </p:spPr>
                <p:txBody>
                  <a:bodyPr/>
                  <a:lstStyle/>
                  <a:p>
                    <a:r>
                      <a:rPr lang="zh-CN" altLang="en-US">
                        <a:noFill/>
                      </a:rPr>
                      <a:t> </a:t>
                    </a:r>
                  </a:p>
                </p:txBody>
              </p:sp>
            </mc:Fallback>
          </mc:AlternateContent>
          <p:cxnSp>
            <p:nvCxnSpPr>
              <p:cNvPr id="37" name="直接连接符 36">
                <a:extLst>
                  <a:ext uri="{FF2B5EF4-FFF2-40B4-BE49-F238E27FC236}">
                    <a16:creationId xmlns:a16="http://schemas.microsoft.com/office/drawing/2014/main" id="{4BBF92B4-E5EC-8ADF-C9BC-ABAFA5CF1157}"/>
                  </a:ext>
                </a:extLst>
              </p:cNvPr>
              <p:cNvCxnSpPr>
                <a:cxnSpLocks/>
              </p:cNvCxnSpPr>
              <p:nvPr/>
            </p:nvCxnSpPr>
            <p:spPr bwMode="auto">
              <a:xfrm>
                <a:off x="3361225" y="1485026"/>
                <a:ext cx="2082672" cy="4092814"/>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E288E75E-3187-B12D-D9D4-7B172FC63560}"/>
                      </a:ext>
                    </a:extLst>
                  </p:cNvPr>
                  <p:cNvSpPr txBox="1"/>
                  <p:nvPr/>
                </p:nvSpPr>
                <p:spPr>
                  <a:xfrm>
                    <a:off x="3638892" y="1370282"/>
                    <a:ext cx="261702" cy="36933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3</m:t>
                              </m:r>
                            </m:sub>
                          </m:sSub>
                        </m:oMath>
                      </m:oMathPara>
                    </a14:m>
                    <a:endParaRPr lang="zh-CN" altLang="en-US" dirty="0"/>
                  </a:p>
                </p:txBody>
              </p:sp>
            </mc:Choice>
            <mc:Fallback xmlns="">
              <p:sp>
                <p:nvSpPr>
                  <p:cNvPr id="58" name="文本框 57">
                    <a:extLst>
                      <a:ext uri="{FF2B5EF4-FFF2-40B4-BE49-F238E27FC236}">
                        <a16:creationId xmlns:a16="http://schemas.microsoft.com/office/drawing/2014/main" id="{0455F478-9105-0039-A11D-CB36EBD9B128}"/>
                      </a:ext>
                    </a:extLst>
                  </p:cNvPr>
                  <p:cNvSpPr txBox="1">
                    <a:spLocks noRot="1" noChangeAspect="1" noMove="1" noResize="1" noEditPoints="1" noAdjustHandles="1" noChangeArrowheads="1" noChangeShapeType="1" noTextEdit="1"/>
                  </p:cNvSpPr>
                  <p:nvPr/>
                </p:nvSpPr>
                <p:spPr>
                  <a:xfrm>
                    <a:off x="3638892" y="1370282"/>
                    <a:ext cx="261702" cy="369332"/>
                  </a:xfrm>
                  <a:prstGeom prst="rect">
                    <a:avLst/>
                  </a:prstGeom>
                  <a:blipFill>
                    <a:blip r:embed="rId25"/>
                    <a:stretch>
                      <a:fillRect l="-20930"/>
                    </a:stretch>
                  </a:blipFill>
                </p:spPr>
                <p:txBody>
                  <a:bodyPr/>
                  <a:lstStyle/>
                  <a:p>
                    <a:r>
                      <a:rPr lang="zh-CN" altLang="en-US">
                        <a:noFill/>
                      </a:rPr>
                      <a:t> </a:t>
                    </a:r>
                  </a:p>
                </p:txBody>
              </p:sp>
            </mc:Fallback>
          </mc:AlternateContent>
          <p:cxnSp>
            <p:nvCxnSpPr>
              <p:cNvPr id="39" name="直接连接符 38">
                <a:extLst>
                  <a:ext uri="{FF2B5EF4-FFF2-40B4-BE49-F238E27FC236}">
                    <a16:creationId xmlns:a16="http://schemas.microsoft.com/office/drawing/2014/main" id="{8391DEDF-DFD3-E163-CA39-E8545F1548B8}"/>
                  </a:ext>
                </a:extLst>
              </p:cNvPr>
              <p:cNvCxnSpPr>
                <a:cxnSpLocks/>
              </p:cNvCxnSpPr>
              <p:nvPr/>
            </p:nvCxnSpPr>
            <p:spPr bwMode="auto">
              <a:xfrm flipV="1">
                <a:off x="69189" y="3134091"/>
                <a:ext cx="3324967" cy="1148617"/>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A0659145-4119-EC00-44AB-BA22E2969939}"/>
                      </a:ext>
                    </a:extLst>
                  </p:cNvPr>
                  <p:cNvSpPr txBox="1"/>
                  <p:nvPr/>
                </p:nvSpPr>
                <p:spPr>
                  <a:xfrm>
                    <a:off x="145379" y="3691354"/>
                    <a:ext cx="261702" cy="36933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65" name="文本框 64">
                    <a:extLst>
                      <a:ext uri="{FF2B5EF4-FFF2-40B4-BE49-F238E27FC236}">
                        <a16:creationId xmlns:a16="http://schemas.microsoft.com/office/drawing/2014/main" id="{232C56B2-8DE3-1001-DB26-A78C813D9348}"/>
                      </a:ext>
                    </a:extLst>
                  </p:cNvPr>
                  <p:cNvSpPr txBox="1">
                    <a:spLocks noRot="1" noChangeAspect="1" noMove="1" noResize="1" noEditPoints="1" noAdjustHandles="1" noChangeArrowheads="1" noChangeShapeType="1" noTextEdit="1"/>
                  </p:cNvSpPr>
                  <p:nvPr/>
                </p:nvSpPr>
                <p:spPr>
                  <a:xfrm>
                    <a:off x="145379" y="3691354"/>
                    <a:ext cx="261702" cy="369332"/>
                  </a:xfrm>
                  <a:prstGeom prst="rect">
                    <a:avLst/>
                  </a:prstGeom>
                  <a:blipFill>
                    <a:blip r:embed="rId26"/>
                    <a:stretch>
                      <a:fillRect l="-20930"/>
                    </a:stretch>
                  </a:blipFill>
                </p:spPr>
                <p:txBody>
                  <a:bodyPr/>
                  <a:lstStyle/>
                  <a:p>
                    <a:r>
                      <a:rPr lang="zh-CN" altLang="en-US">
                        <a:noFill/>
                      </a:rPr>
                      <a:t> </a:t>
                    </a:r>
                  </a:p>
                </p:txBody>
              </p:sp>
            </mc:Fallback>
          </mc:AlternateContent>
          <p:cxnSp>
            <p:nvCxnSpPr>
              <p:cNvPr id="41" name="直接连接符 40">
                <a:extLst>
                  <a:ext uri="{FF2B5EF4-FFF2-40B4-BE49-F238E27FC236}">
                    <a16:creationId xmlns:a16="http://schemas.microsoft.com/office/drawing/2014/main" id="{125D0CAB-55D9-5B25-DA05-8FAB648B51D8}"/>
                  </a:ext>
                </a:extLst>
              </p:cNvPr>
              <p:cNvCxnSpPr>
                <a:cxnSpLocks/>
              </p:cNvCxnSpPr>
              <p:nvPr/>
            </p:nvCxnSpPr>
            <p:spPr bwMode="auto">
              <a:xfrm flipV="1">
                <a:off x="97508" y="3592043"/>
                <a:ext cx="3324967" cy="1148617"/>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1E96A429-BB69-77A1-8E5C-B87513E9D067}"/>
                      </a:ext>
                    </a:extLst>
                  </p:cNvPr>
                  <p:cNvSpPr txBox="1"/>
                  <p:nvPr/>
                </p:nvSpPr>
                <p:spPr>
                  <a:xfrm>
                    <a:off x="126337" y="4277470"/>
                    <a:ext cx="261702" cy="36933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69" name="文本框 68">
                    <a:extLst>
                      <a:ext uri="{FF2B5EF4-FFF2-40B4-BE49-F238E27FC236}">
                        <a16:creationId xmlns:a16="http://schemas.microsoft.com/office/drawing/2014/main" id="{5ED2038A-B5E4-B10C-3D93-8B998E41EE48}"/>
                      </a:ext>
                    </a:extLst>
                  </p:cNvPr>
                  <p:cNvSpPr txBox="1">
                    <a:spLocks noRot="1" noChangeAspect="1" noMove="1" noResize="1" noEditPoints="1" noAdjustHandles="1" noChangeArrowheads="1" noChangeShapeType="1" noTextEdit="1"/>
                  </p:cNvSpPr>
                  <p:nvPr/>
                </p:nvSpPr>
                <p:spPr>
                  <a:xfrm>
                    <a:off x="126337" y="4277470"/>
                    <a:ext cx="261702" cy="369332"/>
                  </a:xfrm>
                  <a:prstGeom prst="rect">
                    <a:avLst/>
                  </a:prstGeom>
                  <a:blipFill>
                    <a:blip r:embed="rId27"/>
                    <a:stretch>
                      <a:fillRect l="-20930"/>
                    </a:stretch>
                  </a:blipFill>
                </p:spPr>
                <p:txBody>
                  <a:bodyPr/>
                  <a:lstStyle/>
                  <a:p>
                    <a:r>
                      <a:rPr lang="zh-CN" altLang="en-US">
                        <a:noFill/>
                      </a:rPr>
                      <a:t> </a:t>
                    </a:r>
                  </a:p>
                </p:txBody>
              </p:sp>
            </mc:Fallback>
          </mc:AlternateContent>
          <p:sp>
            <p:nvSpPr>
              <p:cNvPr id="43" name="弧形 42">
                <a:extLst>
                  <a:ext uri="{FF2B5EF4-FFF2-40B4-BE49-F238E27FC236}">
                    <a16:creationId xmlns:a16="http://schemas.microsoft.com/office/drawing/2014/main" id="{E464A109-FA91-1F6A-ABCD-39F958ED0C41}"/>
                  </a:ext>
                </a:extLst>
              </p:cNvPr>
              <p:cNvSpPr/>
              <p:nvPr/>
            </p:nvSpPr>
            <p:spPr bwMode="auto">
              <a:xfrm rot="17875703">
                <a:off x="1364349" y="2294112"/>
                <a:ext cx="4500244" cy="6232767"/>
              </a:xfrm>
              <a:prstGeom prst="arc">
                <a:avLst>
                  <a:gd name="adj1" fmla="val 16891695"/>
                  <a:gd name="adj2" fmla="val 1572118"/>
                </a:avLst>
              </a:prstGeom>
              <a:noFill/>
              <a:ln w="127000" cap="flat" cmpd="sng" algn="ctr">
                <a:solidFill>
                  <a:srgbClr val="FFC000"/>
                </a:solidFill>
                <a:prstDash val="solid"/>
                <a:round/>
                <a:headEnd type="none" w="med" len="med"/>
                <a:tailEnd type="stealth" w="med" len="med"/>
              </a:ln>
              <a:effectLst/>
            </p:spPr>
            <p:txBody>
              <a:bodyPr rtlCol="0" anchor="ctr"/>
              <a:lstStyle/>
              <a:p>
                <a:pPr algn="ctr"/>
                <a:endParaRPr lang="zh-CN" altLang="en-US" sz="1600" dirty="0"/>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FC69928F-D457-7187-D0F1-1B8C2508D2A1}"/>
                      </a:ext>
                    </a:extLst>
                  </p:cNvPr>
                  <p:cNvSpPr txBox="1"/>
                  <p:nvPr/>
                </p:nvSpPr>
                <p:spPr>
                  <a:xfrm>
                    <a:off x="3307449" y="2764091"/>
                    <a:ext cx="360851" cy="400110"/>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𝒑𝒂𝒕𝒉</m:t>
                              </m:r>
                            </m:e>
                            <m:sub>
                              <m:r>
                                <a:rPr lang="en-US" altLang="zh-CN" sz="2000" b="1" i="1" smtClean="0">
                                  <a:latin typeface="Cambria Math" panose="02040503050406030204" pitchFamily="18" charset="0"/>
                                </a:rPr>
                                <m:t>𝟐</m:t>
                              </m:r>
                            </m:sub>
                          </m:sSub>
                        </m:oMath>
                      </m:oMathPara>
                    </a14:m>
                    <a:endParaRPr lang="zh-CN" altLang="en-US" sz="2000" b="1" dirty="0"/>
                  </a:p>
                </p:txBody>
              </p:sp>
            </mc:Choice>
            <mc:Fallback xmlns="">
              <p:sp>
                <p:nvSpPr>
                  <p:cNvPr id="44" name="文本框 43">
                    <a:extLst>
                      <a:ext uri="{FF2B5EF4-FFF2-40B4-BE49-F238E27FC236}">
                        <a16:creationId xmlns:a16="http://schemas.microsoft.com/office/drawing/2014/main" id="{FC69928F-D457-7187-D0F1-1B8C2508D2A1}"/>
                      </a:ext>
                    </a:extLst>
                  </p:cNvPr>
                  <p:cNvSpPr txBox="1">
                    <a:spLocks noRot="1" noChangeAspect="1" noMove="1" noResize="1" noEditPoints="1" noAdjustHandles="1" noChangeArrowheads="1" noChangeShapeType="1" noTextEdit="1"/>
                  </p:cNvSpPr>
                  <p:nvPr/>
                </p:nvSpPr>
                <p:spPr>
                  <a:xfrm>
                    <a:off x="3307449" y="2764091"/>
                    <a:ext cx="360851" cy="400110"/>
                  </a:xfrm>
                  <a:prstGeom prst="rect">
                    <a:avLst/>
                  </a:prstGeom>
                  <a:blipFill>
                    <a:blip r:embed="rId28"/>
                    <a:stretch>
                      <a:fillRect l="-91525" r="-54237" b="-18462"/>
                    </a:stretch>
                  </a:blipFill>
                </p:spPr>
                <p:txBody>
                  <a:bodyPr/>
                  <a:lstStyle/>
                  <a:p>
                    <a:r>
                      <a:rPr lang="zh-CN" altLang="en-US">
                        <a:noFill/>
                      </a:rPr>
                      <a:t> </a:t>
                    </a:r>
                  </a:p>
                </p:txBody>
              </p:sp>
            </mc:Fallback>
          </mc:AlternateContent>
        </p:grpSp>
        <p:grpSp>
          <p:nvGrpSpPr>
            <p:cNvPr id="51" name="组合 50">
              <a:extLst>
                <a:ext uri="{FF2B5EF4-FFF2-40B4-BE49-F238E27FC236}">
                  <a16:creationId xmlns:a16="http://schemas.microsoft.com/office/drawing/2014/main" id="{199CDB9C-D2B5-1F65-78F5-B0139DC780D1}"/>
                </a:ext>
              </a:extLst>
            </p:cNvPr>
            <p:cNvGrpSpPr/>
            <p:nvPr/>
          </p:nvGrpSpPr>
          <p:grpSpPr>
            <a:xfrm>
              <a:off x="534147" y="1597000"/>
              <a:ext cx="6030250" cy="807797"/>
              <a:chOff x="709392" y="1597000"/>
              <a:chExt cx="6030250" cy="807797"/>
            </a:xfrm>
          </p:grpSpPr>
          <p:sp>
            <p:nvSpPr>
              <p:cNvPr id="46" name="椭圆 45">
                <a:extLst>
                  <a:ext uri="{FF2B5EF4-FFF2-40B4-BE49-F238E27FC236}">
                    <a16:creationId xmlns:a16="http://schemas.microsoft.com/office/drawing/2014/main" id="{F97A3D8D-DDF0-2C2D-D1C5-85D98D39F22B}"/>
                  </a:ext>
                </a:extLst>
              </p:cNvPr>
              <p:cNvSpPr/>
              <p:nvPr/>
            </p:nvSpPr>
            <p:spPr>
              <a:xfrm>
                <a:off x="719152" y="1735749"/>
                <a:ext cx="127626" cy="122613"/>
              </a:xfrm>
              <a:prstGeom prst="ellipse">
                <a:avLst/>
              </a:prstGeom>
              <a:solidFill>
                <a:schemeClr val="tx1"/>
              </a:solidFill>
              <a:ln>
                <a:solidFill>
                  <a:schemeClr val="tx1"/>
                </a:solidFill>
              </a:ln>
            </p:spPr>
            <p:txBody>
              <a:bodyPr wrap="square" rtlCol="0" anchor="ctr">
                <a:noAutofit/>
              </a:bodyPr>
              <a:lstStyle/>
              <a:p>
                <a:pPr algn="ctr">
                  <a:buNone/>
                </a:pPr>
                <a:endParaRPr lang="zh-CN" altLang="en-US" sz="1600" dirty="0" err="1"/>
              </a:p>
            </p:txBody>
          </p:sp>
          <mc:AlternateContent xmlns:mc="http://schemas.openxmlformats.org/markup-compatibility/2006">
            <mc:Choice xmlns:a14="http://schemas.microsoft.com/office/drawing/2010/main" Requires="a14">
              <p:sp>
                <p:nvSpPr>
                  <p:cNvPr id="47" name="文本框 46">
                    <a:extLst>
                      <a:ext uri="{FF2B5EF4-FFF2-40B4-BE49-F238E27FC236}">
                        <a16:creationId xmlns:a16="http://schemas.microsoft.com/office/drawing/2014/main" id="{92FCDED3-B9F4-818A-BDE4-211FD9691DD3}"/>
                      </a:ext>
                    </a:extLst>
                  </p:cNvPr>
                  <p:cNvSpPr txBox="1"/>
                  <p:nvPr/>
                </p:nvSpPr>
                <p:spPr>
                  <a:xfrm>
                    <a:off x="719152" y="1597000"/>
                    <a:ext cx="2887475" cy="400110"/>
                  </a:xfrm>
                  <a:prstGeom prst="rect">
                    <a:avLst/>
                  </a:prstGeom>
                  <a:noFill/>
                </p:spPr>
                <p:txBody>
                  <a:bodyPr wrap="square" rtlCol="0" anchor="ctr" anchorCtr="1">
                    <a:spAutoFit/>
                  </a:bodyPr>
                  <a:lstStyle/>
                  <a:p>
                    <a:pPr>
                      <a:buNone/>
                    </a:pPr>
                    <a:r>
                      <a:rPr lang="en-US" altLang="zh-CN" sz="2000" dirty="0"/>
                      <a:t>GNSS observation</a:t>
                    </a:r>
                    <a14:m>
                      <m:oMath xmlns:m="http://schemas.openxmlformats.org/officeDocument/2006/math">
                        <m:r>
                          <a:rPr lang="en-US" altLang="zh-CN" sz="2000" b="0" i="0"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𝑖</m:t>
                            </m:r>
                          </m:sub>
                        </m:sSub>
                      </m:oMath>
                    </a14:m>
                    <a:endParaRPr lang="zh-CN" altLang="en-US" sz="2000" dirty="0"/>
                  </a:p>
                </p:txBody>
              </p:sp>
            </mc:Choice>
            <mc:Fallback>
              <p:sp>
                <p:nvSpPr>
                  <p:cNvPr id="47" name="文本框 46">
                    <a:extLst>
                      <a:ext uri="{FF2B5EF4-FFF2-40B4-BE49-F238E27FC236}">
                        <a16:creationId xmlns:a16="http://schemas.microsoft.com/office/drawing/2014/main" id="{92FCDED3-B9F4-818A-BDE4-211FD9691DD3}"/>
                      </a:ext>
                    </a:extLst>
                  </p:cNvPr>
                  <p:cNvSpPr txBox="1">
                    <a:spLocks noRot="1" noChangeAspect="1" noMove="1" noResize="1" noEditPoints="1" noAdjustHandles="1" noChangeArrowheads="1" noChangeShapeType="1" noTextEdit="1"/>
                  </p:cNvSpPr>
                  <p:nvPr/>
                </p:nvSpPr>
                <p:spPr>
                  <a:xfrm>
                    <a:off x="719152" y="1597000"/>
                    <a:ext cx="2887475" cy="400110"/>
                  </a:xfrm>
                  <a:prstGeom prst="rect">
                    <a:avLst/>
                  </a:prstGeom>
                  <a:blipFill>
                    <a:blip r:embed="rId29"/>
                    <a:stretch>
                      <a:fillRect t="-6061" b="-27273"/>
                    </a:stretch>
                  </a:blipFill>
                </p:spPr>
                <p:txBody>
                  <a:bodyPr/>
                  <a:lstStyle/>
                  <a:p>
                    <a:r>
                      <a:rPr lang="zh-CN" altLang="en-US">
                        <a:noFill/>
                      </a:rPr>
                      <a:t> </a:t>
                    </a:r>
                  </a:p>
                </p:txBody>
              </p:sp>
            </mc:Fallback>
          </mc:AlternateContent>
          <p:sp>
            <p:nvSpPr>
              <p:cNvPr id="48" name="椭圆 47">
                <a:extLst>
                  <a:ext uri="{FF2B5EF4-FFF2-40B4-BE49-F238E27FC236}">
                    <a16:creationId xmlns:a16="http://schemas.microsoft.com/office/drawing/2014/main" id="{E9000272-DEB2-1EE2-CE7E-360545652794}"/>
                  </a:ext>
                </a:extLst>
              </p:cNvPr>
              <p:cNvSpPr/>
              <p:nvPr/>
            </p:nvSpPr>
            <p:spPr>
              <a:xfrm>
                <a:off x="709392" y="2099657"/>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1600" dirty="0" err="1"/>
              </a:p>
            </p:txBody>
          </p:sp>
          <mc:AlternateContent xmlns:mc="http://schemas.openxmlformats.org/markup-compatibility/2006">
            <mc:Choice xmlns:a14="http://schemas.microsoft.com/office/drawing/2010/main" Requires="a14">
              <p:sp>
                <p:nvSpPr>
                  <p:cNvPr id="49" name="文本框 48">
                    <a:extLst>
                      <a:ext uri="{FF2B5EF4-FFF2-40B4-BE49-F238E27FC236}">
                        <a16:creationId xmlns:a16="http://schemas.microsoft.com/office/drawing/2014/main" id="{DA9C8EE2-F5C7-E4BB-A25E-8E6C70B0096C}"/>
                      </a:ext>
                    </a:extLst>
                  </p:cNvPr>
                  <p:cNvSpPr txBox="1"/>
                  <p:nvPr/>
                </p:nvSpPr>
                <p:spPr>
                  <a:xfrm>
                    <a:off x="865603" y="1980001"/>
                    <a:ext cx="2887475" cy="424796"/>
                  </a:xfrm>
                  <a:prstGeom prst="rect">
                    <a:avLst/>
                  </a:prstGeom>
                  <a:noFill/>
                </p:spPr>
                <p:txBody>
                  <a:bodyPr wrap="square" rtlCol="0" anchor="ctr" anchorCtr="1">
                    <a:spAutoFit/>
                  </a:bodyPr>
                  <a:lstStyle/>
                  <a:p>
                    <a:pPr>
                      <a:buNone/>
                    </a:pPr>
                    <a:r>
                      <a:rPr lang="en-US" altLang="zh-CN" sz="2000" dirty="0"/>
                      <a:t>Possible candidates</a:t>
                    </a:r>
                    <a14:m>
                      <m:oMath xmlns:m="http://schemas.openxmlformats.org/officeDocument/2006/math">
                        <m:r>
                          <a:rPr lang="en-US" altLang="zh-CN" sz="2000" b="0" i="0"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𝑗</m:t>
                            </m:r>
                          </m:sub>
                        </m:sSub>
                      </m:oMath>
                    </a14:m>
                    <a:endParaRPr lang="zh-CN" altLang="en-US" sz="2000" dirty="0"/>
                  </a:p>
                </p:txBody>
              </p:sp>
            </mc:Choice>
            <mc:Fallback>
              <p:sp>
                <p:nvSpPr>
                  <p:cNvPr id="49" name="文本框 48">
                    <a:extLst>
                      <a:ext uri="{FF2B5EF4-FFF2-40B4-BE49-F238E27FC236}">
                        <a16:creationId xmlns:a16="http://schemas.microsoft.com/office/drawing/2014/main" id="{DA9C8EE2-F5C7-E4BB-A25E-8E6C70B0096C}"/>
                      </a:ext>
                    </a:extLst>
                  </p:cNvPr>
                  <p:cNvSpPr txBox="1">
                    <a:spLocks noRot="1" noChangeAspect="1" noMove="1" noResize="1" noEditPoints="1" noAdjustHandles="1" noChangeArrowheads="1" noChangeShapeType="1" noTextEdit="1"/>
                  </p:cNvSpPr>
                  <p:nvPr/>
                </p:nvSpPr>
                <p:spPr>
                  <a:xfrm>
                    <a:off x="865603" y="1980001"/>
                    <a:ext cx="2887475" cy="424796"/>
                  </a:xfrm>
                  <a:prstGeom prst="rect">
                    <a:avLst/>
                  </a:prstGeom>
                  <a:blipFill>
                    <a:blip r:embed="rId30"/>
                    <a:stretch>
                      <a:fillRect l="-1477" t="-7246" b="-20290"/>
                    </a:stretch>
                  </a:blipFill>
                </p:spPr>
                <p:txBody>
                  <a:bodyPr/>
                  <a:lstStyle/>
                  <a:p>
                    <a:r>
                      <a:rPr lang="zh-CN" altLang="en-US">
                        <a:noFill/>
                      </a:rPr>
                      <a:t> </a:t>
                    </a:r>
                  </a:p>
                </p:txBody>
              </p:sp>
            </mc:Fallback>
          </mc:AlternateContent>
          <p:cxnSp>
            <p:nvCxnSpPr>
              <p:cNvPr id="50" name="直接连接符 49">
                <a:extLst>
                  <a:ext uri="{FF2B5EF4-FFF2-40B4-BE49-F238E27FC236}">
                    <a16:creationId xmlns:a16="http://schemas.microsoft.com/office/drawing/2014/main" id="{A2469F4B-2DF6-0C02-A9EE-D08919A3F1F4}"/>
                  </a:ext>
                </a:extLst>
              </p:cNvPr>
              <p:cNvCxnSpPr>
                <a:cxnSpLocks/>
              </p:cNvCxnSpPr>
              <p:nvPr/>
            </p:nvCxnSpPr>
            <p:spPr bwMode="auto">
              <a:xfrm>
                <a:off x="3918994" y="1814886"/>
                <a:ext cx="504891" cy="0"/>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mc:Choice xmlns:a14="http://schemas.microsoft.com/office/drawing/2010/main" Requires="a14">
              <p:sp>
                <p:nvSpPr>
                  <p:cNvPr id="55" name="文本框 54">
                    <a:extLst>
                      <a:ext uri="{FF2B5EF4-FFF2-40B4-BE49-F238E27FC236}">
                        <a16:creationId xmlns:a16="http://schemas.microsoft.com/office/drawing/2014/main" id="{7B0EFB44-2C8F-26B9-7FCC-7898540AB29D}"/>
                      </a:ext>
                    </a:extLst>
                  </p:cNvPr>
                  <p:cNvSpPr txBox="1"/>
                  <p:nvPr/>
                </p:nvSpPr>
                <p:spPr>
                  <a:xfrm>
                    <a:off x="4521005" y="1623729"/>
                    <a:ext cx="1943295" cy="369332"/>
                  </a:xfrm>
                  <a:prstGeom prst="rect">
                    <a:avLst/>
                  </a:prstGeom>
                  <a:noFill/>
                </p:spPr>
                <p:txBody>
                  <a:bodyPr wrap="square" rtlCol="0" anchor="ctr" anchorCtr="1">
                    <a:spAutoFit/>
                  </a:bodyPr>
                  <a:lstStyle/>
                  <a:p>
                    <a:pPr>
                      <a:buNone/>
                    </a:pPr>
                    <a:r>
                      <a:rPr lang="en-US" altLang="zh-CN" dirty="0"/>
                      <a:t>Road segment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𝑖</m:t>
                            </m:r>
                          </m:sub>
                        </m:sSub>
                      </m:oMath>
                    </a14:m>
                    <a:endParaRPr lang="zh-CN" altLang="en-US" dirty="0"/>
                  </a:p>
                </p:txBody>
              </p:sp>
            </mc:Choice>
            <mc:Fallback>
              <p:sp>
                <p:nvSpPr>
                  <p:cNvPr id="55" name="文本框 54">
                    <a:extLst>
                      <a:ext uri="{FF2B5EF4-FFF2-40B4-BE49-F238E27FC236}">
                        <a16:creationId xmlns:a16="http://schemas.microsoft.com/office/drawing/2014/main" id="{7B0EFB44-2C8F-26B9-7FCC-7898540AB29D}"/>
                      </a:ext>
                    </a:extLst>
                  </p:cNvPr>
                  <p:cNvSpPr txBox="1">
                    <a:spLocks noRot="1" noChangeAspect="1" noMove="1" noResize="1" noEditPoints="1" noAdjustHandles="1" noChangeArrowheads="1" noChangeShapeType="1" noTextEdit="1"/>
                  </p:cNvSpPr>
                  <p:nvPr/>
                </p:nvSpPr>
                <p:spPr>
                  <a:xfrm>
                    <a:off x="4521005" y="1623729"/>
                    <a:ext cx="1943295" cy="369332"/>
                  </a:xfrm>
                  <a:prstGeom prst="rect">
                    <a:avLst/>
                  </a:prstGeom>
                  <a:blipFill>
                    <a:blip r:embed="rId31"/>
                    <a:stretch>
                      <a:fillRect l="-1254" t="-8197" b="-262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文本框 56">
                    <a:extLst>
                      <a:ext uri="{FF2B5EF4-FFF2-40B4-BE49-F238E27FC236}">
                        <a16:creationId xmlns:a16="http://schemas.microsoft.com/office/drawing/2014/main" id="{55995058-9B09-141B-434C-0A1A0B15C80B}"/>
                      </a:ext>
                    </a:extLst>
                  </p:cNvPr>
                  <p:cNvSpPr txBox="1"/>
                  <p:nvPr/>
                </p:nvSpPr>
                <p:spPr>
                  <a:xfrm>
                    <a:off x="4521005" y="2030094"/>
                    <a:ext cx="2218637" cy="369332"/>
                  </a:xfrm>
                  <a:prstGeom prst="rect">
                    <a:avLst/>
                  </a:prstGeom>
                  <a:noFill/>
                </p:spPr>
                <p:txBody>
                  <a:bodyPr wrap="square" rtlCol="0" anchor="ctr" anchorCtr="1">
                    <a:spAutoFit/>
                  </a:bodyPr>
                  <a:lstStyle/>
                  <a:p>
                    <a:pPr>
                      <a:buNone/>
                    </a:pPr>
                    <a:r>
                      <a:rPr lang="en-US" altLang="zh-CN" dirty="0"/>
                      <a:t>Possible path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𝑝𝑎𝑡h</m:t>
                            </m:r>
                          </m:e>
                          <m:sub>
                            <m:r>
                              <a:rPr lang="en-US" altLang="zh-CN" b="0" i="1" smtClean="0">
                                <a:latin typeface="Cambria Math" panose="02040503050406030204" pitchFamily="18" charset="0"/>
                              </a:rPr>
                              <m:t>𝑖</m:t>
                            </m:r>
                          </m:sub>
                        </m:sSub>
                      </m:oMath>
                    </a14:m>
                    <a:endParaRPr lang="zh-CN" altLang="en-US" dirty="0"/>
                  </a:p>
                </p:txBody>
              </p:sp>
            </mc:Choice>
            <mc:Fallback>
              <p:sp>
                <p:nvSpPr>
                  <p:cNvPr id="57" name="文本框 56">
                    <a:extLst>
                      <a:ext uri="{FF2B5EF4-FFF2-40B4-BE49-F238E27FC236}">
                        <a16:creationId xmlns:a16="http://schemas.microsoft.com/office/drawing/2014/main" id="{55995058-9B09-141B-434C-0A1A0B15C80B}"/>
                      </a:ext>
                    </a:extLst>
                  </p:cNvPr>
                  <p:cNvSpPr txBox="1">
                    <a:spLocks noRot="1" noChangeAspect="1" noMove="1" noResize="1" noEditPoints="1" noAdjustHandles="1" noChangeArrowheads="1" noChangeShapeType="1" noTextEdit="1"/>
                  </p:cNvSpPr>
                  <p:nvPr/>
                </p:nvSpPr>
                <p:spPr>
                  <a:xfrm>
                    <a:off x="4521005" y="2030094"/>
                    <a:ext cx="2218637" cy="369332"/>
                  </a:xfrm>
                  <a:prstGeom prst="rect">
                    <a:avLst/>
                  </a:prstGeom>
                  <a:blipFill>
                    <a:blip r:embed="rId32"/>
                    <a:stretch>
                      <a:fillRect l="-1099" t="-8197" b="-24590"/>
                    </a:stretch>
                  </a:blipFill>
                </p:spPr>
                <p:txBody>
                  <a:bodyPr/>
                  <a:lstStyle/>
                  <a:p>
                    <a:r>
                      <a:rPr lang="zh-CN" altLang="en-US">
                        <a:noFill/>
                      </a:rPr>
                      <a:t> </a:t>
                    </a:r>
                  </a:p>
                </p:txBody>
              </p:sp>
            </mc:Fallback>
          </mc:AlternateContent>
          <p:sp>
            <p:nvSpPr>
              <p:cNvPr id="59" name="箭头: 右 58">
                <a:extLst>
                  <a:ext uri="{FF2B5EF4-FFF2-40B4-BE49-F238E27FC236}">
                    <a16:creationId xmlns:a16="http://schemas.microsoft.com/office/drawing/2014/main" id="{B1048529-3672-DDBF-3069-D2CE11576D7E}"/>
                  </a:ext>
                </a:extLst>
              </p:cNvPr>
              <p:cNvSpPr/>
              <p:nvPr/>
            </p:nvSpPr>
            <p:spPr>
              <a:xfrm>
                <a:off x="3918994" y="2074075"/>
                <a:ext cx="504891" cy="242421"/>
              </a:xfrm>
              <a:prstGeom prst="rightArrow">
                <a:avLst/>
              </a:prstGeom>
              <a:solidFill>
                <a:srgbClr val="FFC000"/>
              </a:solidFill>
              <a:ln>
                <a:solidFill>
                  <a:schemeClr val="bg1"/>
                </a:solidFill>
              </a:ln>
            </p:spPr>
            <p:txBody>
              <a:bodyPr wrap="square" rtlCol="0" anchor="ctr">
                <a:noAutofit/>
              </a:bodyPr>
              <a:lstStyle/>
              <a:p>
                <a:pPr algn="ctr">
                  <a:buNone/>
                </a:pPr>
                <a:endParaRPr lang="zh-CN" altLang="en-US" dirty="0" err="1"/>
              </a:p>
            </p:txBody>
          </p:sp>
        </p:grpSp>
      </p:grpSp>
      <p:pic>
        <p:nvPicPr>
          <p:cNvPr id="61" name="图片 60">
            <a:extLst>
              <a:ext uri="{FF2B5EF4-FFF2-40B4-BE49-F238E27FC236}">
                <a16:creationId xmlns:a16="http://schemas.microsoft.com/office/drawing/2014/main" id="{42BC38A2-B352-6B9C-F21B-9BF6C185D40A}"/>
              </a:ext>
            </a:extLst>
          </p:cNvPr>
          <p:cNvPicPr>
            <a:picLocks noChangeAspect="1"/>
          </p:cNvPicPr>
          <p:nvPr/>
        </p:nvPicPr>
        <p:blipFill>
          <a:blip r:embed="rId33"/>
          <a:stretch>
            <a:fillRect/>
          </a:stretch>
        </p:blipFill>
        <p:spPr>
          <a:xfrm>
            <a:off x="7039577" y="2099657"/>
            <a:ext cx="4968566" cy="730369"/>
          </a:xfrm>
          <a:prstGeom prst="rect">
            <a:avLst/>
          </a:prstGeom>
        </p:spPr>
      </p:pic>
      <p:sp>
        <p:nvSpPr>
          <p:cNvPr id="62" name="文本框 61">
            <a:extLst>
              <a:ext uri="{FF2B5EF4-FFF2-40B4-BE49-F238E27FC236}">
                <a16:creationId xmlns:a16="http://schemas.microsoft.com/office/drawing/2014/main" id="{70D5CF39-F394-D46C-57AC-A87C1A14477F}"/>
              </a:ext>
            </a:extLst>
          </p:cNvPr>
          <p:cNvSpPr txBox="1"/>
          <p:nvPr/>
        </p:nvSpPr>
        <p:spPr>
          <a:xfrm>
            <a:off x="6344786" y="1671017"/>
            <a:ext cx="3924300" cy="461665"/>
          </a:xfrm>
          <a:prstGeom prst="rect">
            <a:avLst/>
          </a:prstGeom>
          <a:noFill/>
        </p:spPr>
        <p:txBody>
          <a:bodyPr wrap="square" rtlCol="0" anchor="ctr" anchorCtr="1">
            <a:spAutoFit/>
          </a:bodyPr>
          <a:lstStyle/>
          <a:p>
            <a:pPr>
              <a:buNone/>
            </a:pPr>
            <a:r>
              <a:rPr lang="en-US" altLang="zh-CN" sz="2400" b="1" dirty="0"/>
              <a:t>Optimal objective</a:t>
            </a:r>
            <a:endParaRPr lang="zh-CN" altLang="en-US" sz="2400" b="1" dirty="0"/>
          </a:p>
        </p:txBody>
      </p:sp>
      <p:pic>
        <p:nvPicPr>
          <p:cNvPr id="64" name="图片 63">
            <a:extLst>
              <a:ext uri="{FF2B5EF4-FFF2-40B4-BE49-F238E27FC236}">
                <a16:creationId xmlns:a16="http://schemas.microsoft.com/office/drawing/2014/main" id="{63093E49-4991-AE79-DD3C-27525757A2FD}"/>
              </a:ext>
            </a:extLst>
          </p:cNvPr>
          <p:cNvPicPr>
            <a:picLocks noChangeAspect="1"/>
          </p:cNvPicPr>
          <p:nvPr/>
        </p:nvPicPr>
        <p:blipFill>
          <a:blip r:embed="rId34"/>
          <a:stretch>
            <a:fillRect/>
          </a:stretch>
        </p:blipFill>
        <p:spPr>
          <a:xfrm>
            <a:off x="7070533" y="3593708"/>
            <a:ext cx="4960626" cy="667147"/>
          </a:xfrm>
          <a:prstGeom prst="rect">
            <a:avLst/>
          </a:prstGeom>
        </p:spPr>
      </p:pic>
      <p:sp>
        <p:nvSpPr>
          <p:cNvPr id="65" name="文本框 64">
            <a:extLst>
              <a:ext uri="{FF2B5EF4-FFF2-40B4-BE49-F238E27FC236}">
                <a16:creationId xmlns:a16="http://schemas.microsoft.com/office/drawing/2014/main" id="{97993BC0-7022-0582-F8FC-A362ADDA4CAB}"/>
              </a:ext>
            </a:extLst>
          </p:cNvPr>
          <p:cNvSpPr txBox="1"/>
          <p:nvPr/>
        </p:nvSpPr>
        <p:spPr>
          <a:xfrm>
            <a:off x="6055666" y="3034058"/>
            <a:ext cx="5663357" cy="400110"/>
          </a:xfrm>
          <a:prstGeom prst="rect">
            <a:avLst/>
          </a:prstGeom>
          <a:noFill/>
        </p:spPr>
        <p:txBody>
          <a:bodyPr wrap="square" rtlCol="0" anchor="ctr" anchorCtr="1">
            <a:spAutoFit/>
          </a:bodyPr>
          <a:lstStyle/>
          <a:p>
            <a:pPr>
              <a:buNone/>
            </a:pPr>
            <a:r>
              <a:rPr lang="en-US" altLang="zh-CN" sz="2000" dirty="0"/>
              <a:t>By condition probability equation</a:t>
            </a:r>
            <a:endParaRPr lang="zh-CN" altLang="en-US" sz="2000" dirty="0"/>
          </a:p>
        </p:txBody>
      </p:sp>
      <p:pic>
        <p:nvPicPr>
          <p:cNvPr id="67" name="图片 66">
            <a:extLst>
              <a:ext uri="{FF2B5EF4-FFF2-40B4-BE49-F238E27FC236}">
                <a16:creationId xmlns:a16="http://schemas.microsoft.com/office/drawing/2014/main" id="{85D3C716-0A69-C8BE-B727-DF6B7E020D0D}"/>
              </a:ext>
            </a:extLst>
          </p:cNvPr>
          <p:cNvPicPr>
            <a:picLocks noChangeAspect="1"/>
          </p:cNvPicPr>
          <p:nvPr/>
        </p:nvPicPr>
        <p:blipFill>
          <a:blip r:embed="rId35"/>
          <a:stretch>
            <a:fillRect/>
          </a:stretch>
        </p:blipFill>
        <p:spPr>
          <a:xfrm>
            <a:off x="6960778" y="4442708"/>
            <a:ext cx="5041917" cy="2183098"/>
          </a:xfrm>
          <a:prstGeom prst="rect">
            <a:avLst/>
          </a:prstGeom>
        </p:spPr>
      </p:pic>
      <p:sp>
        <p:nvSpPr>
          <p:cNvPr id="68" name="文本框 67">
            <a:extLst>
              <a:ext uri="{FF2B5EF4-FFF2-40B4-BE49-F238E27FC236}">
                <a16:creationId xmlns:a16="http://schemas.microsoft.com/office/drawing/2014/main" id="{B3D1EAF0-B91C-BEB1-3FCB-292204FF0899}"/>
              </a:ext>
            </a:extLst>
          </p:cNvPr>
          <p:cNvSpPr txBox="1"/>
          <p:nvPr/>
        </p:nvSpPr>
        <p:spPr>
          <a:xfrm>
            <a:off x="6562104" y="4135489"/>
            <a:ext cx="1887872" cy="400110"/>
          </a:xfrm>
          <a:prstGeom prst="rect">
            <a:avLst/>
          </a:prstGeom>
          <a:noFill/>
        </p:spPr>
        <p:txBody>
          <a:bodyPr wrap="square" rtlCol="0" anchor="ctr" anchorCtr="1">
            <a:spAutoFit/>
          </a:bodyPr>
          <a:lstStyle/>
          <a:p>
            <a:pPr>
              <a:buNone/>
            </a:pPr>
            <a:r>
              <a:rPr lang="en-US" altLang="zh-CN" sz="2000" dirty="0"/>
              <a:t>where:</a:t>
            </a:r>
            <a:endParaRPr lang="zh-CN" altLang="en-US" sz="2000" dirty="0"/>
          </a:p>
        </p:txBody>
      </p:sp>
      <p:sp>
        <p:nvSpPr>
          <p:cNvPr id="69" name="矩形 68">
            <a:extLst>
              <a:ext uri="{FF2B5EF4-FFF2-40B4-BE49-F238E27FC236}">
                <a16:creationId xmlns:a16="http://schemas.microsoft.com/office/drawing/2014/main" id="{F3832187-CE96-E22A-603F-F2D38096F8DC}"/>
              </a:ext>
            </a:extLst>
          </p:cNvPr>
          <p:cNvSpPr/>
          <p:nvPr/>
        </p:nvSpPr>
        <p:spPr>
          <a:xfrm>
            <a:off x="8853424" y="5965155"/>
            <a:ext cx="1166876" cy="370917"/>
          </a:xfrm>
          <a:prstGeom prst="rect">
            <a:avLst/>
          </a:prstGeom>
          <a:ln w="19050">
            <a:solidFill>
              <a:srgbClr val="00B0F0"/>
            </a:solidFill>
          </a:ln>
        </p:spPr>
        <p:txBody>
          <a:bodyPr wrap="square" rtlCol="0" anchor="ctr">
            <a:noAutofit/>
          </a:bodyPr>
          <a:lstStyle/>
          <a:p>
            <a:pPr algn="ctr">
              <a:buNone/>
            </a:pPr>
            <a:endParaRPr lang="zh-CN" altLang="en-US" dirty="0" err="1"/>
          </a:p>
        </p:txBody>
      </p:sp>
      <p:sp>
        <p:nvSpPr>
          <p:cNvPr id="71" name="矩形 70">
            <a:extLst>
              <a:ext uri="{FF2B5EF4-FFF2-40B4-BE49-F238E27FC236}">
                <a16:creationId xmlns:a16="http://schemas.microsoft.com/office/drawing/2014/main" id="{B870BC5C-8113-A84D-FD5C-05A40529039B}"/>
              </a:ext>
            </a:extLst>
          </p:cNvPr>
          <p:cNvSpPr/>
          <p:nvPr/>
        </p:nvSpPr>
        <p:spPr>
          <a:xfrm>
            <a:off x="7926324" y="5965155"/>
            <a:ext cx="927100" cy="370917"/>
          </a:xfrm>
          <a:prstGeom prst="rect">
            <a:avLst/>
          </a:prstGeom>
          <a:ln w="19050">
            <a:solidFill>
              <a:srgbClr val="FF0000"/>
            </a:solidFill>
          </a:ln>
        </p:spPr>
        <p:txBody>
          <a:bodyPr wrap="square" rtlCol="0" anchor="ctr">
            <a:noAutofit/>
          </a:bodyPr>
          <a:lstStyle/>
          <a:p>
            <a:pPr algn="ctr">
              <a:buNone/>
            </a:pPr>
            <a:endParaRPr lang="zh-CN" altLang="en-US" dirty="0" err="1"/>
          </a:p>
        </p:txBody>
      </p:sp>
    </p:spTree>
    <p:extLst>
      <p:ext uri="{BB962C8B-B14F-4D97-AF65-F5344CB8AC3E}">
        <p14:creationId xmlns:p14="http://schemas.microsoft.com/office/powerpoint/2010/main" val="3856005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9A6D89C-014B-429B-8DB7-D58D544EDC5C}"/>
              </a:ext>
            </a:extLst>
          </p:cNvPr>
          <p:cNvGrpSpPr/>
          <p:nvPr/>
        </p:nvGrpSpPr>
        <p:grpSpPr>
          <a:xfrm>
            <a:off x="266156" y="994295"/>
            <a:ext cx="12030973" cy="5625579"/>
            <a:chOff x="266156" y="994295"/>
            <a:chExt cx="12030973" cy="5625579"/>
          </a:xfrm>
        </p:grpSpPr>
        <p:grpSp>
          <p:nvGrpSpPr>
            <p:cNvPr id="70" name="组合 69">
              <a:extLst>
                <a:ext uri="{FF2B5EF4-FFF2-40B4-BE49-F238E27FC236}">
                  <a16:creationId xmlns:a16="http://schemas.microsoft.com/office/drawing/2014/main" id="{40C8941D-51C2-489C-926A-D9991A83A5CA}"/>
                </a:ext>
              </a:extLst>
            </p:cNvPr>
            <p:cNvGrpSpPr/>
            <p:nvPr/>
          </p:nvGrpSpPr>
          <p:grpSpPr>
            <a:xfrm>
              <a:off x="7757662" y="1572257"/>
              <a:ext cx="2109217" cy="2171410"/>
              <a:chOff x="6719800" y="989399"/>
              <a:chExt cx="2109217" cy="2171410"/>
            </a:xfrm>
          </p:grpSpPr>
          <p:sp>
            <p:nvSpPr>
              <p:cNvPr id="72" name="椭圆 71">
                <a:extLst>
                  <a:ext uri="{FF2B5EF4-FFF2-40B4-BE49-F238E27FC236}">
                    <a16:creationId xmlns:a16="http://schemas.microsoft.com/office/drawing/2014/main" id="{C60F4035-4EAD-4A0F-A8DB-6E8F399ED9D9}"/>
                  </a:ext>
                </a:extLst>
              </p:cNvPr>
              <p:cNvSpPr/>
              <p:nvPr/>
            </p:nvSpPr>
            <p:spPr>
              <a:xfrm rot="2286178">
                <a:off x="7205711" y="989399"/>
                <a:ext cx="1037612" cy="2094901"/>
              </a:xfrm>
              <a:prstGeom prst="ellips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椭圆 72">
                <a:extLst>
                  <a:ext uri="{FF2B5EF4-FFF2-40B4-BE49-F238E27FC236}">
                    <a16:creationId xmlns:a16="http://schemas.microsoft.com/office/drawing/2014/main" id="{3103920D-F872-4B65-AA60-18C7650BF2ED}"/>
                  </a:ext>
                </a:extLst>
              </p:cNvPr>
              <p:cNvSpPr/>
              <p:nvPr/>
            </p:nvSpPr>
            <p:spPr>
              <a:xfrm>
                <a:off x="7650465" y="1955399"/>
                <a:ext cx="243190" cy="24319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4" name="直接连接符 73">
                <a:extLst>
                  <a:ext uri="{FF2B5EF4-FFF2-40B4-BE49-F238E27FC236}">
                    <a16:creationId xmlns:a16="http://schemas.microsoft.com/office/drawing/2014/main" id="{FD062880-4FDB-44BA-83CB-60CA9EB67534}"/>
                  </a:ext>
                </a:extLst>
              </p:cNvPr>
              <p:cNvCxnSpPr>
                <a:cxnSpLocks/>
              </p:cNvCxnSpPr>
              <p:nvPr/>
            </p:nvCxnSpPr>
            <p:spPr>
              <a:xfrm flipV="1">
                <a:off x="7986357" y="2126581"/>
                <a:ext cx="604209" cy="733141"/>
              </a:xfrm>
              <a:prstGeom prst="line">
                <a:avLst/>
              </a:prstGeom>
              <a:ln w="38100"/>
            </p:spPr>
            <p:style>
              <a:lnRef idx="3">
                <a:schemeClr val="dk1"/>
              </a:lnRef>
              <a:fillRef idx="0">
                <a:schemeClr val="dk1"/>
              </a:fillRef>
              <a:effectRef idx="2">
                <a:schemeClr val="dk1"/>
              </a:effectRef>
              <a:fontRef idx="minor">
                <a:schemeClr val="tx1"/>
              </a:fontRef>
            </p:style>
          </p:cxnSp>
          <p:cxnSp>
            <p:nvCxnSpPr>
              <p:cNvPr id="75" name="直接箭头连接符 74">
                <a:extLst>
                  <a:ext uri="{FF2B5EF4-FFF2-40B4-BE49-F238E27FC236}">
                    <a16:creationId xmlns:a16="http://schemas.microsoft.com/office/drawing/2014/main" id="{00A0F0B3-1347-436C-BEDC-E4DCC2D23F9E}"/>
                  </a:ext>
                </a:extLst>
              </p:cNvPr>
              <p:cNvCxnSpPr>
                <a:cxnSpLocks/>
              </p:cNvCxnSpPr>
              <p:nvPr/>
            </p:nvCxnSpPr>
            <p:spPr bwMode="auto">
              <a:xfrm flipV="1">
                <a:off x="7772060" y="1415861"/>
                <a:ext cx="428595" cy="661133"/>
              </a:xfrm>
              <a:prstGeom prst="straightConnector1">
                <a:avLst/>
              </a:prstGeom>
              <a:noFill/>
              <a:ln w="9525" cap="flat" cmpd="sng" algn="ctr">
                <a:solidFill>
                  <a:schemeClr val="tx1"/>
                </a:solidFill>
                <a:prstDash val="solid"/>
                <a:round/>
                <a:headEnd type="none" w="med" len="med"/>
                <a:tailEnd type="triangle"/>
              </a:ln>
              <a:effectLst/>
            </p:spPr>
          </p:cxnSp>
          <p:sp>
            <p:nvSpPr>
              <p:cNvPr id="76" name="椭圆 75">
                <a:extLst>
                  <a:ext uri="{FF2B5EF4-FFF2-40B4-BE49-F238E27FC236}">
                    <a16:creationId xmlns:a16="http://schemas.microsoft.com/office/drawing/2014/main" id="{1F255D19-87AF-43FA-B555-12A8551DF2FA}"/>
                  </a:ext>
                </a:extLst>
              </p:cNvPr>
              <p:cNvSpPr/>
              <p:nvPr/>
            </p:nvSpPr>
            <p:spPr>
              <a:xfrm>
                <a:off x="8182547" y="2332474"/>
                <a:ext cx="243190" cy="24319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箭头连接符 76">
                <a:extLst>
                  <a:ext uri="{FF2B5EF4-FFF2-40B4-BE49-F238E27FC236}">
                    <a16:creationId xmlns:a16="http://schemas.microsoft.com/office/drawing/2014/main" id="{07451350-3CAE-494A-B813-3CABDC637F91}"/>
                  </a:ext>
                </a:extLst>
              </p:cNvPr>
              <p:cNvCxnSpPr>
                <a:cxnSpLocks/>
              </p:cNvCxnSpPr>
              <p:nvPr/>
            </p:nvCxnSpPr>
            <p:spPr bwMode="auto">
              <a:xfrm>
                <a:off x="7772060" y="2076994"/>
                <a:ext cx="532082" cy="374255"/>
              </a:xfrm>
              <a:prstGeom prst="straightConnector1">
                <a:avLst/>
              </a:prstGeom>
              <a:noFill/>
              <a:ln w="9525" cap="flat" cmpd="sng" algn="ctr">
                <a:solidFill>
                  <a:schemeClr val="tx1"/>
                </a:solidFill>
                <a:prstDash val="solid"/>
                <a:round/>
                <a:headEnd type="none" w="med" len="med"/>
                <a:tailEnd type="triangle"/>
              </a:ln>
              <a:effectLst/>
            </p:spPr>
          </p:cxnSp>
          <p:sp>
            <p:nvSpPr>
              <p:cNvPr id="78" name="椭圆 77">
                <a:extLst>
                  <a:ext uri="{FF2B5EF4-FFF2-40B4-BE49-F238E27FC236}">
                    <a16:creationId xmlns:a16="http://schemas.microsoft.com/office/drawing/2014/main" id="{34C341FA-CE4A-4BC3-B43F-0690ACD40267}"/>
                  </a:ext>
                </a:extLst>
              </p:cNvPr>
              <p:cNvSpPr/>
              <p:nvPr/>
            </p:nvSpPr>
            <p:spPr>
              <a:xfrm>
                <a:off x="6719800" y="993178"/>
                <a:ext cx="2109217" cy="2167631"/>
              </a:xfrm>
              <a:prstGeom prst="ellipse">
                <a:avLst/>
              </a:prstGeom>
              <a:ln>
                <a:solidFill>
                  <a:schemeClr val="tx1"/>
                </a:solidFill>
                <a:prstDash val="lgDash"/>
              </a:ln>
            </p:spPr>
            <p:txBody>
              <a:bodyPr wrap="square" rtlCol="0" anchor="ctr">
                <a:noAutofit/>
              </a:bodyPr>
              <a:lstStyle/>
              <a:p>
                <a:pPr algn="ctr">
                  <a:buNone/>
                </a:pPr>
                <a:endParaRPr lang="zh-CN" altLang="en-US" dirty="0" err="1"/>
              </a:p>
            </p:txBody>
          </p:sp>
          <p:sp>
            <p:nvSpPr>
              <p:cNvPr id="79" name="椭圆 78">
                <a:extLst>
                  <a:ext uri="{FF2B5EF4-FFF2-40B4-BE49-F238E27FC236}">
                    <a16:creationId xmlns:a16="http://schemas.microsoft.com/office/drawing/2014/main" id="{35815008-CC07-48F2-9A90-7757F91CA462}"/>
                  </a:ext>
                </a:extLst>
              </p:cNvPr>
              <p:cNvSpPr/>
              <p:nvPr/>
            </p:nvSpPr>
            <p:spPr>
              <a:xfrm>
                <a:off x="8079060" y="1294266"/>
                <a:ext cx="243190" cy="24319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 name="弧形 70">
              <a:extLst>
                <a:ext uri="{FF2B5EF4-FFF2-40B4-BE49-F238E27FC236}">
                  <a16:creationId xmlns:a16="http://schemas.microsoft.com/office/drawing/2014/main" id="{259B2505-FEBD-41F3-9F0C-81A015065817}"/>
                </a:ext>
              </a:extLst>
            </p:cNvPr>
            <p:cNvSpPr/>
            <p:nvPr/>
          </p:nvSpPr>
          <p:spPr bwMode="auto">
            <a:xfrm rot="12559712">
              <a:off x="8832996" y="994295"/>
              <a:ext cx="2109216" cy="1278204"/>
            </a:xfrm>
            <a:prstGeom prst="arc">
              <a:avLst>
                <a:gd name="adj1" fmla="val 11560461"/>
                <a:gd name="adj2" fmla="val 0"/>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dirty="0"/>
            </a:p>
          </p:txBody>
        </p:sp>
        <p:pic>
          <p:nvPicPr>
            <p:cNvPr id="65" name="图片 64">
              <a:extLst>
                <a:ext uri="{FF2B5EF4-FFF2-40B4-BE49-F238E27FC236}">
                  <a16:creationId xmlns:a16="http://schemas.microsoft.com/office/drawing/2014/main" id="{63848E8D-0066-4419-91B3-1002ADCD7BA8}"/>
                </a:ext>
              </a:extLst>
            </p:cNvPr>
            <p:cNvPicPr>
              <a:picLocks noChangeAspect="1"/>
            </p:cNvPicPr>
            <p:nvPr/>
          </p:nvPicPr>
          <p:blipFill rotWithShape="1">
            <a:blip r:embed="rId3"/>
            <a:srcRect t="-16" r="32"/>
            <a:stretch/>
          </p:blipFill>
          <p:spPr>
            <a:xfrm>
              <a:off x="266156" y="1237397"/>
              <a:ext cx="4672794" cy="5382477"/>
            </a:xfrm>
            <a:prstGeom prst="rect">
              <a:avLst/>
            </a:prstGeom>
          </p:spPr>
        </p:pic>
        <p:sp>
          <p:nvSpPr>
            <p:cNvPr id="67" name="椭圆 66">
              <a:extLst>
                <a:ext uri="{FF2B5EF4-FFF2-40B4-BE49-F238E27FC236}">
                  <a16:creationId xmlns:a16="http://schemas.microsoft.com/office/drawing/2014/main" id="{6BE5DE55-C61B-4FB8-B470-FA93FAC17FB4}"/>
                </a:ext>
              </a:extLst>
            </p:cNvPr>
            <p:cNvSpPr/>
            <p:nvPr/>
          </p:nvSpPr>
          <p:spPr>
            <a:xfrm>
              <a:off x="821748" y="2903123"/>
              <a:ext cx="987136" cy="1005513"/>
            </a:xfrm>
            <a:prstGeom prst="ellipse">
              <a:avLst/>
            </a:prstGeom>
            <a:ln w="57150">
              <a:solidFill>
                <a:srgbClr val="00B0F0"/>
              </a:solidFill>
            </a:ln>
          </p:spPr>
          <p:txBody>
            <a:bodyPr wrap="square" rtlCol="0" anchor="ctr">
              <a:noAutofit/>
            </a:bodyPr>
            <a:lstStyle/>
            <a:p>
              <a:pPr algn="ctr">
                <a:buNone/>
              </a:pPr>
              <a:endParaRPr lang="zh-CN" altLang="en-US" dirty="0" err="1"/>
            </a:p>
          </p:txBody>
        </p:sp>
        <p:cxnSp>
          <p:nvCxnSpPr>
            <p:cNvPr id="68" name="直接箭头连接符 67">
              <a:extLst>
                <a:ext uri="{FF2B5EF4-FFF2-40B4-BE49-F238E27FC236}">
                  <a16:creationId xmlns:a16="http://schemas.microsoft.com/office/drawing/2014/main" id="{EB4A2CD2-0847-43A2-9D7B-8FDE371CC4DB}"/>
                </a:ext>
              </a:extLst>
            </p:cNvPr>
            <p:cNvCxnSpPr>
              <a:cxnSpLocks/>
              <a:stCxn id="67" idx="7"/>
              <a:endCxn id="78" idx="0"/>
            </p:cNvCxnSpPr>
            <p:nvPr/>
          </p:nvCxnSpPr>
          <p:spPr bwMode="auto">
            <a:xfrm flipV="1">
              <a:off x="1664321" y="1576036"/>
              <a:ext cx="7147950" cy="1474341"/>
            </a:xfrm>
            <a:prstGeom prst="straightConnector1">
              <a:avLst/>
            </a:prstGeom>
            <a:noFill/>
            <a:ln w="9525" cap="flat" cmpd="sng" algn="ctr">
              <a:solidFill>
                <a:schemeClr val="tx1"/>
              </a:solidFill>
              <a:prstDash val="solid"/>
              <a:round/>
              <a:headEnd type="none" w="med" len="med"/>
              <a:tailEnd type="triangle"/>
            </a:ln>
            <a:effectLst/>
          </p:spPr>
        </p:cxnSp>
        <p:cxnSp>
          <p:nvCxnSpPr>
            <p:cNvPr id="69" name="直接箭头连接符 68">
              <a:extLst>
                <a:ext uri="{FF2B5EF4-FFF2-40B4-BE49-F238E27FC236}">
                  <a16:creationId xmlns:a16="http://schemas.microsoft.com/office/drawing/2014/main" id="{8F9F20F1-AF4F-4E05-B047-8DC9796C4D29}"/>
                </a:ext>
              </a:extLst>
            </p:cNvPr>
            <p:cNvCxnSpPr>
              <a:cxnSpLocks/>
              <a:stCxn id="67" idx="4"/>
              <a:endCxn id="78" idx="4"/>
            </p:cNvCxnSpPr>
            <p:nvPr/>
          </p:nvCxnSpPr>
          <p:spPr bwMode="auto">
            <a:xfrm flipV="1">
              <a:off x="1315316" y="3743667"/>
              <a:ext cx="7496955" cy="164969"/>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A1002D26-9D68-4A4E-9E65-2FF067C7B35B}"/>
                    </a:ext>
                  </a:extLst>
                </p:cNvPr>
                <p:cNvSpPr txBox="1"/>
                <p:nvPr/>
              </p:nvSpPr>
              <p:spPr>
                <a:xfrm>
                  <a:off x="9458185" y="1421625"/>
                  <a:ext cx="349624" cy="381515"/>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2,1</m:t>
                            </m:r>
                          </m:sub>
                        </m:sSub>
                      </m:oMath>
                    </m:oMathPara>
                  </a14:m>
                  <a:endParaRPr lang="zh-CN" altLang="en-US" dirty="0"/>
                </a:p>
              </p:txBody>
            </p:sp>
          </mc:Choice>
          <mc:Fallback xmlns="">
            <p:sp>
              <p:nvSpPr>
                <p:cNvPr id="55" name="文本框 54">
                  <a:extLst>
                    <a:ext uri="{FF2B5EF4-FFF2-40B4-BE49-F238E27FC236}">
                      <a16:creationId xmlns:a16="http://schemas.microsoft.com/office/drawing/2014/main" id="{A1002D26-9D68-4A4E-9E65-2FF067C7B35B}"/>
                    </a:ext>
                  </a:extLst>
                </p:cNvPr>
                <p:cNvSpPr txBox="1">
                  <a:spLocks noRot="1" noChangeAspect="1" noMove="1" noResize="1" noEditPoints="1" noAdjustHandles="1" noChangeArrowheads="1" noChangeShapeType="1" noTextEdit="1"/>
                </p:cNvSpPr>
                <p:nvPr/>
              </p:nvSpPr>
              <p:spPr>
                <a:xfrm>
                  <a:off x="9458185" y="1421625"/>
                  <a:ext cx="349624" cy="381515"/>
                </a:xfrm>
                <a:prstGeom prst="rect">
                  <a:avLst/>
                </a:prstGeom>
                <a:blipFill>
                  <a:blip r:embed="rId5"/>
                  <a:stretch>
                    <a:fillRect l="-28070" r="-70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1C4C59B6-FCF0-488C-B7DC-24718B4AB592}"/>
                    </a:ext>
                  </a:extLst>
                </p:cNvPr>
                <p:cNvSpPr txBox="1"/>
                <p:nvPr/>
              </p:nvSpPr>
              <p:spPr>
                <a:xfrm>
                  <a:off x="9492309" y="3030318"/>
                  <a:ext cx="349624" cy="381515"/>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2,2</m:t>
                            </m:r>
                          </m:sub>
                        </m:sSub>
                      </m:oMath>
                    </m:oMathPara>
                  </a14:m>
                  <a:endParaRPr lang="zh-CN" altLang="en-US" dirty="0"/>
                </a:p>
              </p:txBody>
            </p:sp>
          </mc:Choice>
          <mc:Fallback xmlns="">
            <p:sp>
              <p:nvSpPr>
                <p:cNvPr id="80" name="文本框 79">
                  <a:extLst>
                    <a:ext uri="{FF2B5EF4-FFF2-40B4-BE49-F238E27FC236}">
                      <a16:creationId xmlns:a16="http://schemas.microsoft.com/office/drawing/2014/main" id="{1C4C59B6-FCF0-488C-B7DC-24718B4AB592}"/>
                    </a:ext>
                  </a:extLst>
                </p:cNvPr>
                <p:cNvSpPr txBox="1">
                  <a:spLocks noRot="1" noChangeAspect="1" noMove="1" noResize="1" noEditPoints="1" noAdjustHandles="1" noChangeArrowheads="1" noChangeShapeType="1" noTextEdit="1"/>
                </p:cNvSpPr>
                <p:nvPr/>
              </p:nvSpPr>
              <p:spPr>
                <a:xfrm>
                  <a:off x="9492309" y="3030318"/>
                  <a:ext cx="349624" cy="381515"/>
                </a:xfrm>
                <a:prstGeom prst="rect">
                  <a:avLst/>
                </a:prstGeom>
                <a:blipFill>
                  <a:blip r:embed="rId6"/>
                  <a:stretch>
                    <a:fillRect l="-28070" r="-87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779F1D29-52B5-4EEB-A37E-E6211B8372C2}"/>
                    </a:ext>
                  </a:extLst>
                </p:cNvPr>
                <p:cNvSpPr txBox="1"/>
                <p:nvPr/>
              </p:nvSpPr>
              <p:spPr>
                <a:xfrm>
                  <a:off x="5013124" y="4186776"/>
                  <a:ext cx="7284005" cy="2373727"/>
                </a:xfrm>
                <a:prstGeom prst="rect">
                  <a:avLst/>
                </a:prstGeom>
                <a:noFill/>
              </p:spPr>
              <p:txBody>
                <a:bodyPr wrap="square" rtlCol="0" anchor="ctr" anchorCtr="1">
                  <a:spAutoFit/>
                </a:bodyPr>
                <a:lstStyle/>
                <a:p>
                  <a:pPr>
                    <a:buNone/>
                  </a:pPr>
                  <a:r>
                    <a:rPr lang="en-US" altLang="zh-CN" sz="2400" dirty="0">
                      <a:solidFill>
                        <a:schemeClr val="tx1"/>
                      </a:solidFill>
                    </a:rPr>
                    <a:t>Measurement</a:t>
                  </a:r>
                  <a:r>
                    <a:rPr lang="zh-CN" altLang="en-US" sz="2400" dirty="0">
                      <a:solidFill>
                        <a:schemeClr val="tx1"/>
                      </a:solidFill>
                    </a:rPr>
                    <a:t> </a:t>
                  </a:r>
                  <a:r>
                    <a:rPr lang="en-US" altLang="zh-CN" sz="2400" dirty="0">
                      <a:solidFill>
                        <a:schemeClr val="tx1"/>
                      </a:solidFill>
                    </a:rPr>
                    <a:t>Probability</a:t>
                  </a:r>
                  <a:r>
                    <a:rPr lang="zh-CN" altLang="en-US" sz="2400" dirty="0">
                      <a:solidFill>
                        <a:schemeClr val="tx1"/>
                      </a:solidFill>
                    </a:rPr>
                    <a:t>：</a:t>
                  </a:r>
                  <a:endParaRPr lang="en-US" altLang="zh-CN" sz="2400" dirty="0">
                    <a:solidFill>
                      <a:schemeClr val="tx1"/>
                    </a:solidFill>
                  </a:endParaRPr>
                </a:p>
                <a:p>
                  <a:pPr>
                    <a:buNone/>
                  </a:pPr>
                  <a14:m>
                    <m:oMathPara xmlns:m="http://schemas.openxmlformats.org/officeDocument/2006/math">
                      <m:oMathParaPr>
                        <m:jc m:val="centerGroup"/>
                      </m:oMathParaPr>
                      <m:oMath xmlns:m="http://schemas.openxmlformats.org/officeDocument/2006/math">
                        <m:r>
                          <a:rPr lang="en-US" altLang="zh-CN" sz="2400" b="0" i="1" smtClean="0">
                            <a:solidFill>
                              <a:schemeClr val="tx1"/>
                            </a:solidFill>
                            <a:latin typeface="Cambria Math" panose="02040503050406030204" pitchFamily="18" charset="0"/>
                          </a:rPr>
                          <m:t>𝑃</m:t>
                        </m:r>
                        <m:d>
                          <m:dPr>
                            <m:ctrlPr>
                              <a:rPr lang="en-US" altLang="zh-CN" sz="2400" b="0" i="1" smtClean="0">
                                <a:solidFill>
                                  <a:schemeClr val="tx1"/>
                                </a:solidFill>
                                <a:latin typeface="Cambria Math" panose="02040503050406030204" pitchFamily="18" charset="0"/>
                              </a:rPr>
                            </m:ctrlPr>
                          </m:dPr>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en-US" altLang="zh-CN" sz="2400" b="0" i="1" smtClean="0">
                                    <a:solidFill>
                                      <a:schemeClr val="tx1"/>
                                    </a:solidFill>
                                    <a:latin typeface="Cambria Math" panose="02040503050406030204" pitchFamily="18" charset="0"/>
                                  </a:rPr>
                                  <m:t>𝑖</m:t>
                                </m:r>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𝑘</m:t>
                                </m:r>
                              </m:sub>
                            </m:sSub>
                          </m:e>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𝑧</m:t>
                                </m:r>
                              </m:e>
                              <m:sub>
                                <m:r>
                                  <a:rPr lang="en-US" altLang="zh-CN" sz="2400" b="0" i="1" smtClean="0">
                                    <a:solidFill>
                                      <a:schemeClr val="tx1"/>
                                    </a:solidFill>
                                    <a:latin typeface="Cambria Math" panose="02040503050406030204" pitchFamily="18" charset="0"/>
                                  </a:rPr>
                                  <m:t>𝑖</m:t>
                                </m:r>
                              </m:sub>
                            </m:sSub>
                            <m:r>
                              <a:rPr lang="en-US" altLang="zh-CN" sz="2400" b="0" i="1" smtClean="0">
                                <a:solidFill>
                                  <a:schemeClr val="tx1"/>
                                </a:solidFill>
                                <a:latin typeface="Cambria Math" panose="02040503050406030204" pitchFamily="18" charset="0"/>
                              </a:rPr>
                              <m:t> </m:t>
                            </m:r>
                          </m:e>
                        </m:d>
                        <m:r>
                          <a:rPr lang="en-US" altLang="zh-CN" sz="2400" b="0" i="1" smtClean="0">
                            <a:solidFill>
                              <a:schemeClr val="tx1"/>
                            </a:solidFill>
                            <a:latin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b="0" i="1" smtClean="0">
                                <a:solidFill>
                                  <a:schemeClr val="tx1"/>
                                </a:solidFill>
                                <a:latin typeface="Cambria Math" panose="02040503050406030204" pitchFamily="18" charset="0"/>
                              </a:rPr>
                              <m:t>2</m:t>
                            </m:r>
                            <m:r>
                              <a:rPr lang="en-US" altLang="zh-CN" sz="2400" b="0" i="1" smtClean="0">
                                <a:solidFill>
                                  <a:schemeClr val="tx1"/>
                                </a:solidFill>
                                <a:latin typeface="Cambria Math" panose="02040503050406030204" pitchFamily="18" charset="0"/>
                              </a:rPr>
                              <m:t>𝜋</m:t>
                            </m:r>
                            <m:rad>
                              <m:radPr>
                                <m:degHide m:val="on"/>
                                <m:ctrlPr>
                                  <a:rPr lang="en-US" altLang="zh-CN" sz="2400" b="0" i="1" smtClean="0">
                                    <a:solidFill>
                                      <a:schemeClr val="tx1"/>
                                    </a:solidFill>
                                    <a:latin typeface="Cambria Math" panose="02040503050406030204" pitchFamily="18" charset="0"/>
                                  </a:rPr>
                                </m:ctrlPr>
                              </m:radPr>
                              <m:deg/>
                              <m:e>
                                <m:r>
                                  <a:rPr lang="en-US" altLang="zh-CN" sz="2400" b="0" i="1" smtClean="0">
                                    <a:solidFill>
                                      <a:schemeClr val="tx1"/>
                                    </a:solidFill>
                                    <a:latin typeface="Cambria Math" panose="02040503050406030204" pitchFamily="18" charset="0"/>
                                  </a:rPr>
                                  <m:t>|</m:t>
                                </m:r>
                                <m:r>
                                  <m:rPr>
                                    <m:sty m:val="p"/>
                                  </m:rPr>
                                  <a:rPr lang="en-US" altLang="zh-CN" sz="2400" b="0" i="0" smtClean="0">
                                    <a:solidFill>
                                      <a:schemeClr val="tx1"/>
                                    </a:solidFill>
                                    <a:latin typeface="Cambria Math" panose="02040503050406030204" pitchFamily="18" charset="0"/>
                                  </a:rPr>
                                  <m:t>Σ</m:t>
                                </m:r>
                                <m:r>
                                  <a:rPr lang="en-US" altLang="zh-CN" sz="2400" b="0" i="1" smtClean="0">
                                    <a:solidFill>
                                      <a:schemeClr val="tx1"/>
                                    </a:solidFill>
                                    <a:latin typeface="Cambria Math" panose="02040503050406030204" pitchFamily="18" charset="0"/>
                                  </a:rPr>
                                  <m:t>|</m:t>
                                </m:r>
                              </m:e>
                            </m:rad>
                            <m:r>
                              <a:rPr lang="en-US" altLang="zh-CN" sz="2400" b="0" i="1" smtClean="0">
                                <a:solidFill>
                                  <a:schemeClr val="tx1"/>
                                </a:solidFill>
                                <a:latin typeface="Cambria Math" panose="02040503050406030204" pitchFamily="18" charset="0"/>
                              </a:rPr>
                              <m:t> </m:t>
                            </m:r>
                          </m:den>
                        </m:f>
                        <m:r>
                          <m:rPr>
                            <m:sty m:val="p"/>
                          </m:rPr>
                          <a:rPr lang="en-US" altLang="zh-CN" sz="2400" b="0" i="0" smtClean="0">
                            <a:solidFill>
                              <a:schemeClr val="tx1"/>
                            </a:solidFill>
                            <a:latin typeface="Cambria Math" panose="02040503050406030204" pitchFamily="18" charset="0"/>
                          </a:rPr>
                          <m:t>exp</m:t>
                        </m:r>
                        <m:r>
                          <a:rPr lang="en-US" altLang="zh-CN" sz="2400" b="0" i="1" smtClean="0">
                            <a:solidFill>
                              <a:schemeClr val="tx1"/>
                            </a:solidFill>
                            <a:latin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b="0" i="1" smtClean="0">
                                <a:solidFill>
                                  <a:schemeClr val="tx1"/>
                                </a:solidFill>
                                <a:latin typeface="Cambria Math" panose="02040503050406030204" pitchFamily="18" charset="0"/>
                              </a:rPr>
                              <m:t>2</m:t>
                            </m:r>
                          </m:den>
                        </m:f>
                        <m:sSup>
                          <m:sSupPr>
                            <m:ctrlPr>
                              <a:rPr lang="en-US" altLang="zh-CN" sz="2400" b="0" i="1" smtClean="0">
                                <a:solidFill>
                                  <a:schemeClr val="tx1"/>
                                </a:solidFill>
                                <a:latin typeface="Cambria Math" panose="02040503050406030204" pitchFamily="18" charset="0"/>
                              </a:rPr>
                            </m:ctrlPr>
                          </m:sSupPr>
                          <m:e>
                            <m:d>
                              <m:dPr>
                                <m:ctrlPr>
                                  <a:rPr lang="en-US" altLang="zh-CN" sz="2400" b="0" i="1" smtClean="0">
                                    <a:solidFill>
                                      <a:schemeClr val="tx1"/>
                                    </a:solidFill>
                                    <a:latin typeface="Cambria Math" panose="02040503050406030204" pitchFamily="18" charset="0"/>
                                  </a:rPr>
                                </m:ctrlPr>
                              </m:dPr>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en-US" altLang="zh-CN" sz="2400" b="0" i="1" smtClean="0">
                                        <a:solidFill>
                                          <a:schemeClr val="tx1"/>
                                        </a:solidFill>
                                        <a:latin typeface="Cambria Math" panose="02040503050406030204" pitchFamily="18" charset="0"/>
                                      </a:rPr>
                                      <m:t>𝑖</m:t>
                                    </m:r>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𝑘</m:t>
                                    </m:r>
                                  </m:sub>
                                </m:sSub>
                                <m:r>
                                  <a:rPr lang="en-US" altLang="zh-CN" sz="2400" b="0" i="1" smtClean="0">
                                    <a:solidFill>
                                      <a:schemeClr val="tx1"/>
                                    </a:solidFill>
                                    <a:latin typeface="Cambria Math" panose="02040503050406030204" pitchFamily="18" charset="0"/>
                                  </a:rPr>
                                  <m:t>−</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𝑧</m:t>
                                    </m:r>
                                  </m:e>
                                  <m:sub>
                                    <m:r>
                                      <a:rPr lang="en-US" altLang="zh-CN" sz="2400" b="0" i="1" smtClean="0">
                                        <a:solidFill>
                                          <a:schemeClr val="tx1"/>
                                        </a:solidFill>
                                        <a:latin typeface="Cambria Math" panose="02040503050406030204" pitchFamily="18" charset="0"/>
                                      </a:rPr>
                                      <m:t>𝑖</m:t>
                                    </m:r>
                                  </m:sub>
                                </m:sSub>
                              </m:e>
                            </m:d>
                          </m:e>
                          <m:sup>
                            <m:r>
                              <a:rPr lang="en-US" altLang="zh-CN" sz="2400" b="0" i="1" smtClean="0">
                                <a:solidFill>
                                  <a:schemeClr val="tx1"/>
                                </a:solidFill>
                                <a:latin typeface="Cambria Math" panose="02040503050406030204" pitchFamily="18" charset="0"/>
                              </a:rPr>
                              <m:t>𝑇</m:t>
                            </m:r>
                          </m:sup>
                        </m:sSup>
                        <m:sSup>
                          <m:sSupPr>
                            <m:ctrlPr>
                              <a:rPr lang="en-US" altLang="zh-CN" sz="2400" b="0" i="1" smtClean="0">
                                <a:solidFill>
                                  <a:schemeClr val="tx1"/>
                                </a:solidFill>
                                <a:latin typeface="Cambria Math" panose="02040503050406030204" pitchFamily="18" charset="0"/>
                              </a:rPr>
                            </m:ctrlPr>
                          </m:sSupPr>
                          <m:e>
                            <m:r>
                              <m:rPr>
                                <m:sty m:val="p"/>
                              </m:rPr>
                              <a:rPr lang="en-US" altLang="zh-CN" sz="2400" b="0" i="0" smtClean="0">
                                <a:solidFill>
                                  <a:schemeClr val="tx1"/>
                                </a:solidFill>
                                <a:latin typeface="Cambria Math" panose="02040503050406030204" pitchFamily="18" charset="0"/>
                              </a:rPr>
                              <m:t>Σ</m:t>
                            </m:r>
                          </m:e>
                          <m:sup>
                            <m:r>
                              <a:rPr lang="en-US" altLang="zh-CN" sz="2400" b="0" i="1" smtClean="0">
                                <a:solidFill>
                                  <a:schemeClr val="tx1"/>
                                </a:solidFill>
                                <a:latin typeface="Cambria Math" panose="02040503050406030204" pitchFamily="18" charset="0"/>
                              </a:rPr>
                              <m:t>−1</m:t>
                            </m:r>
                          </m:sup>
                        </m:sSup>
                        <m:d>
                          <m:dPr>
                            <m:ctrlPr>
                              <a:rPr lang="en-US" altLang="zh-CN" sz="2400" i="1">
                                <a:solidFill>
                                  <a:schemeClr val="tx1"/>
                                </a:solidFill>
                                <a:latin typeface="Cambria Math" panose="02040503050406030204" pitchFamily="18" charset="0"/>
                              </a:rPr>
                            </m:ctrlPr>
                          </m:d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𝑥</m:t>
                                </m:r>
                              </m:e>
                              <m:sub>
                                <m:r>
                                  <a:rPr lang="en-US" altLang="zh-CN" sz="2400" i="1">
                                    <a:solidFill>
                                      <a:schemeClr val="tx1"/>
                                    </a:solidFill>
                                    <a:latin typeface="Cambria Math" panose="02040503050406030204" pitchFamily="18" charset="0"/>
                                  </a:rPr>
                                  <m:t>𝑖</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𝑘</m:t>
                                </m:r>
                              </m:sub>
                            </m:sSub>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𝑧</m:t>
                                </m:r>
                              </m:e>
                              <m:sub>
                                <m:r>
                                  <a:rPr lang="en-US" altLang="zh-CN" sz="2400" i="1">
                                    <a:solidFill>
                                      <a:schemeClr val="tx1"/>
                                    </a:solidFill>
                                    <a:latin typeface="Cambria Math" panose="02040503050406030204" pitchFamily="18" charset="0"/>
                                  </a:rPr>
                                  <m:t>𝑖</m:t>
                                </m:r>
                              </m:sub>
                            </m:sSub>
                          </m:e>
                        </m:d>
                        <m:r>
                          <a:rPr lang="en-US" altLang="zh-CN" sz="2400" b="0" i="1" smtClean="0">
                            <a:solidFill>
                              <a:schemeClr val="tx1"/>
                            </a:solidFill>
                            <a:latin typeface="Cambria Math" panose="02040503050406030204" pitchFamily="18" charset="0"/>
                          </a:rPr>
                          <m:t>)</m:t>
                        </m:r>
                      </m:oMath>
                    </m:oMathPara>
                  </a14:m>
                  <a:endParaRPr lang="en-US" altLang="zh-CN" sz="2400" dirty="0">
                    <a:solidFill>
                      <a:schemeClr val="tx1"/>
                    </a:solidFill>
                  </a:endParaRPr>
                </a:p>
                <a:p>
                  <a:pPr>
                    <a:buNone/>
                  </a:pPr>
                  <a:r>
                    <a:rPr lang="en-US" altLang="zh-CN" sz="2400" dirty="0">
                      <a:solidFill>
                        <a:schemeClr val="tx1"/>
                      </a:solidFill>
                    </a:rPr>
                    <a:t>Where </a:t>
                  </a:r>
                  <a14:m>
                    <m:oMath xmlns:m="http://schemas.openxmlformats.org/officeDocument/2006/math">
                      <m:r>
                        <m:rPr>
                          <m:sty m:val="p"/>
                        </m:rPr>
                        <a:rPr lang="en-US" altLang="zh-CN" sz="2400">
                          <a:solidFill>
                            <a:schemeClr val="tx1"/>
                          </a:solidFill>
                          <a:latin typeface="Cambria Math" panose="02040503050406030204" pitchFamily="18" charset="0"/>
                        </a:rPr>
                        <m:t>Σ</m:t>
                      </m:r>
                    </m:oMath>
                  </a14:m>
                  <a:r>
                    <a:rPr lang="en-US" altLang="zh-CN" sz="2400" dirty="0">
                      <a:solidFill>
                        <a:schemeClr val="tx1"/>
                      </a:solidFill>
                    </a:rPr>
                    <a:t> is the covariance of GNSS position results</a:t>
                  </a:r>
                </a:p>
                <a:p>
                  <a:pPr>
                    <a:buNone/>
                  </a:pPr>
                  <a:endParaRPr lang="zh-CN" altLang="en-US" dirty="0"/>
                </a:p>
              </p:txBody>
            </p:sp>
          </mc:Choice>
          <mc:Fallback xmlns="">
            <p:sp>
              <p:nvSpPr>
                <p:cNvPr id="81" name="文本框 80">
                  <a:extLst>
                    <a:ext uri="{FF2B5EF4-FFF2-40B4-BE49-F238E27FC236}">
                      <a16:creationId xmlns:a16="http://schemas.microsoft.com/office/drawing/2014/main" id="{779F1D29-52B5-4EEB-A37E-E6211B8372C2}"/>
                    </a:ext>
                  </a:extLst>
                </p:cNvPr>
                <p:cNvSpPr txBox="1">
                  <a:spLocks noRot="1" noChangeAspect="1" noMove="1" noResize="1" noEditPoints="1" noAdjustHandles="1" noChangeArrowheads="1" noChangeShapeType="1" noTextEdit="1"/>
                </p:cNvSpPr>
                <p:nvPr/>
              </p:nvSpPr>
              <p:spPr>
                <a:xfrm>
                  <a:off x="5013124" y="4186776"/>
                  <a:ext cx="7284005" cy="2373727"/>
                </a:xfrm>
                <a:prstGeom prst="rect">
                  <a:avLst/>
                </a:prstGeom>
                <a:blipFill>
                  <a:blip r:embed="rId7"/>
                  <a:stretch>
                    <a:fillRect l="-84" t="-2314" r="-251"/>
                  </a:stretch>
                </a:blipFill>
              </p:spPr>
              <p:txBody>
                <a:bodyPr/>
                <a:lstStyle/>
                <a:p>
                  <a:r>
                    <a:rPr lang="zh-CN" altLang="en-US">
                      <a:noFill/>
                    </a:rPr>
                    <a:t> </a:t>
                  </a:r>
                </a:p>
              </p:txBody>
            </p:sp>
          </mc:Fallback>
        </mc:AlternateContent>
      </p:grpSp>
      <p:sp>
        <p:nvSpPr>
          <p:cNvPr id="3" name="标题 1">
            <a:extLst>
              <a:ext uri="{FF2B5EF4-FFF2-40B4-BE49-F238E27FC236}">
                <a16:creationId xmlns:a16="http://schemas.microsoft.com/office/drawing/2014/main" id="{FF1D8B78-4028-42BB-1196-D5141F9F1338}"/>
              </a:ext>
            </a:extLst>
          </p:cNvPr>
          <p:cNvSpPr txBox="1">
            <a:spLocks/>
          </p:cNvSpPr>
          <p:nvPr/>
        </p:nvSpPr>
        <p:spPr>
          <a:xfrm>
            <a:off x="4371831" y="152399"/>
            <a:ext cx="7870211" cy="1052729"/>
          </a:xfrm>
          <a:prstGeom prst="rect">
            <a:avLst/>
          </a:prstGeom>
        </p:spPr>
        <p:txBody>
          <a:bodyPr/>
          <a:lst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a:lstStyle>
          <a:p>
            <a:r>
              <a:rPr lang="en-US" altLang="zh-CN" kern="0" dirty="0"/>
              <a:t>Methology Derivation</a:t>
            </a:r>
            <a:endParaRPr lang="zh-CN" altLang="en-US" kern="0" dirty="0"/>
          </a:p>
        </p:txBody>
      </p:sp>
    </p:spTree>
    <p:extLst>
      <p:ext uri="{BB962C8B-B14F-4D97-AF65-F5344CB8AC3E}">
        <p14:creationId xmlns:p14="http://schemas.microsoft.com/office/powerpoint/2010/main" val="473992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147B1-B390-2F68-AE85-9EC47F01540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ED9DBFB-7B6A-E6EB-7434-6E151C6E5778}"/>
                  </a:ext>
                </a:extLst>
              </p:cNvPr>
              <p:cNvSpPr txBox="1"/>
              <p:nvPr/>
            </p:nvSpPr>
            <p:spPr>
              <a:xfrm>
                <a:off x="971232" y="1326746"/>
                <a:ext cx="9861868" cy="1494768"/>
              </a:xfrm>
              <a:prstGeom prst="rect">
                <a:avLst/>
              </a:prstGeom>
              <a:noFill/>
            </p:spPr>
            <p:txBody>
              <a:bodyPr wrap="square" rtlCol="0" anchor="ctr" anchorCtr="1">
                <a:spAutoFit/>
              </a:bodyPr>
              <a:lstStyle/>
              <a:p>
                <a:pPr>
                  <a:buNone/>
                </a:pPr>
                <a:r>
                  <a:rPr lang="en-US" altLang="zh-CN" sz="2400" b="1" dirty="0"/>
                  <a:t>Transition</a:t>
                </a:r>
                <a:r>
                  <a:rPr lang="zh-CN" altLang="en-US" sz="2400" b="1" dirty="0"/>
                  <a:t> </a:t>
                </a:r>
                <a:r>
                  <a:rPr lang="en-US" altLang="zh-CN" sz="2400" b="1" dirty="0"/>
                  <a:t>Probability</a:t>
                </a:r>
                <a:r>
                  <a:rPr lang="zh-CN" altLang="en-US" sz="2400" dirty="0"/>
                  <a:t>：</a:t>
                </a:r>
                <a:endParaRPr lang="en-US" altLang="zh-CN" sz="2400" dirty="0"/>
              </a:p>
              <a:p>
                <a:pPr>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𝑃</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sub>
                          </m:sSub>
                        </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 </m:t>
                          </m:r>
                        </m:e>
                      </m:d>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𝛽</m:t>
                          </m:r>
                          <m:r>
                            <a:rPr lang="en-US" altLang="zh-CN" sz="2400" b="0" i="1" smtClean="0">
                              <a:latin typeface="Cambria Math" panose="02040503050406030204" pitchFamily="18" charset="0"/>
                            </a:rPr>
                            <m:t> </m:t>
                          </m:r>
                        </m:den>
                      </m:f>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exp</m:t>
                          </m:r>
                          <m:r>
                            <a:rPr lang="en-US" altLang="zh-CN" sz="2400" b="0" i="0" smtClean="0">
                              <a:latin typeface="Cambria Math" panose="02040503050406030204" pitchFamily="18" charset="0"/>
                            </a:rPr>
                            <m:t>⁡[</m:t>
                          </m:r>
                        </m:fName>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d>
                                    <m:dPr>
                                      <m:begChr m:val="|"/>
                                      <m:endChr m:val="|"/>
                                      <m:ctrlPr>
                                        <a:rPr lang="en-US" altLang="zh-CN" sz="2400" b="0" i="1" smtClean="0">
                                          <a:latin typeface="Cambria Math" panose="02040503050406030204" pitchFamily="18" charset="0"/>
                                        </a:rPr>
                                      </m:ctrlPr>
                                    </m:dPr>
                                    <m:e>
                                      <m:d>
                                        <m:dPr>
                                          <m:begChr m:val="|"/>
                                          <m:endChr m:val="|"/>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Sub>
                                        </m:e>
                                      </m:d>
                                    </m:e>
                                  </m:d>
                                </m:e>
                                <m:sub>
                                  <m:r>
                                    <a:rPr lang="en-US" altLang="zh-CN" sz="2400" b="0" i="1" smtClean="0">
                                      <a:latin typeface="Cambria Math" panose="02040503050406030204" pitchFamily="18" charset="0"/>
                                    </a:rPr>
                                    <m:t>𝑟𝑜𝑢𝑡𝑒</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d>
                                    <m:dPr>
                                      <m:begChr m:val="|"/>
                                      <m:endChr m:val="|"/>
                                      <m:ctrlPr>
                                        <a:rPr lang="en-US" altLang="zh-CN" sz="2400" b="0" i="1" smtClean="0">
                                          <a:latin typeface="Cambria Math" panose="02040503050406030204" pitchFamily="18" charset="0"/>
                                        </a:rPr>
                                      </m:ctrlPr>
                                    </m:dPr>
                                    <m:e>
                                      <m:d>
                                        <m:dPr>
                                          <m:begChr m:val="|"/>
                                          <m:endChr m:val="|"/>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Sub>
                                        </m:e>
                                      </m:d>
                                    </m:e>
                                  </m:d>
                                </m:e>
                                <m:sub>
                                  <m:r>
                                    <a:rPr lang="en-US" altLang="zh-CN" sz="2400" b="0" i="1" smtClean="0">
                                      <a:latin typeface="Cambria Math" panose="02040503050406030204" pitchFamily="18" charset="0"/>
                                    </a:rPr>
                                    <m:t>𝑔𝑟𝑒𝑎𝑡</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𝑐𝑖𝑟𝑐𝑙𝑒</m:t>
                                  </m:r>
                                </m:sub>
                              </m:sSub>
                            </m:e>
                          </m:d>
                        </m:e>
                      </m:fun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𝛽</m:t>
                      </m:r>
                      <m:r>
                        <a:rPr lang="en-US" altLang="zh-CN" sz="2400" b="0" i="1" smtClean="0">
                          <a:latin typeface="Cambria Math" panose="02040503050406030204" pitchFamily="18" charset="0"/>
                        </a:rPr>
                        <m:t>]</m:t>
                      </m:r>
                    </m:oMath>
                  </m:oMathPara>
                </a14:m>
                <a:endParaRPr lang="en-US" altLang="zh-CN" sz="2400" dirty="0"/>
              </a:p>
              <a:p>
                <a:pPr>
                  <a:buNone/>
                </a:pPr>
                <a:endParaRPr lang="zh-CN" altLang="en-US" dirty="0"/>
              </a:p>
            </p:txBody>
          </p:sp>
        </mc:Choice>
        <mc:Fallback xmlns="">
          <p:sp>
            <p:nvSpPr>
              <p:cNvPr id="6" name="文本框 5">
                <a:extLst>
                  <a:ext uri="{FF2B5EF4-FFF2-40B4-BE49-F238E27FC236}">
                    <a16:creationId xmlns:a16="http://schemas.microsoft.com/office/drawing/2014/main" id="{4ED9DBFB-7B6A-E6EB-7434-6E151C6E5778}"/>
                  </a:ext>
                </a:extLst>
              </p:cNvPr>
              <p:cNvSpPr txBox="1">
                <a:spLocks noRot="1" noChangeAspect="1" noMove="1" noResize="1" noEditPoints="1" noAdjustHandles="1" noChangeArrowheads="1" noChangeShapeType="1" noTextEdit="1"/>
              </p:cNvSpPr>
              <p:nvPr/>
            </p:nvSpPr>
            <p:spPr>
              <a:xfrm>
                <a:off x="971232" y="1326746"/>
                <a:ext cx="9861868" cy="1494768"/>
              </a:xfrm>
              <a:prstGeom prst="rect">
                <a:avLst/>
              </a:prstGeom>
              <a:blipFill>
                <a:blip r:embed="rId3"/>
                <a:stretch>
                  <a:fillRect l="-494" t="-4082"/>
                </a:stretch>
              </a:blipFill>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2B02CAA5-5D18-B98B-05FF-AB2D4BB05EC3}"/>
              </a:ext>
            </a:extLst>
          </p:cNvPr>
          <p:cNvSpPr txBox="1">
            <a:spLocks/>
          </p:cNvSpPr>
          <p:nvPr/>
        </p:nvSpPr>
        <p:spPr>
          <a:xfrm>
            <a:off x="4371831" y="152399"/>
            <a:ext cx="7870211" cy="1052729"/>
          </a:xfrm>
          <a:prstGeom prst="rect">
            <a:avLst/>
          </a:prstGeom>
        </p:spPr>
        <p:txBody>
          <a:bodyPr/>
          <a:lst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a:lstStyle>
          <a:p>
            <a:r>
              <a:rPr lang="en-US" altLang="zh-CN" kern="0" dirty="0"/>
              <a:t>Methology Derivation</a:t>
            </a:r>
            <a:endParaRPr lang="zh-CN" altLang="en-US" kern="0" dirty="0"/>
          </a:p>
        </p:txBody>
      </p:sp>
      <p:grpSp>
        <p:nvGrpSpPr>
          <p:cNvPr id="8" name="组合 7">
            <a:extLst>
              <a:ext uri="{FF2B5EF4-FFF2-40B4-BE49-F238E27FC236}">
                <a16:creationId xmlns:a16="http://schemas.microsoft.com/office/drawing/2014/main" id="{B337E0D0-52DE-5912-2394-F53316964C30}"/>
              </a:ext>
            </a:extLst>
          </p:cNvPr>
          <p:cNvGrpSpPr/>
          <p:nvPr/>
        </p:nvGrpSpPr>
        <p:grpSpPr>
          <a:xfrm>
            <a:off x="1460501" y="2692759"/>
            <a:ext cx="9180289" cy="4053079"/>
            <a:chOff x="1290539" y="1965486"/>
            <a:chExt cx="5037434" cy="2219798"/>
          </a:xfrm>
        </p:grpSpPr>
        <p:sp>
          <p:nvSpPr>
            <p:cNvPr id="9" name="矩形: 单圆角 8">
              <a:extLst>
                <a:ext uri="{FF2B5EF4-FFF2-40B4-BE49-F238E27FC236}">
                  <a16:creationId xmlns:a16="http://schemas.microsoft.com/office/drawing/2014/main" id="{46BEEA84-10EB-3AA7-5BB1-5642EC9979A9}"/>
                </a:ext>
              </a:extLst>
            </p:cNvPr>
            <p:cNvSpPr/>
            <p:nvPr/>
          </p:nvSpPr>
          <p:spPr>
            <a:xfrm>
              <a:off x="1622181" y="2329962"/>
              <a:ext cx="4334607" cy="1525465"/>
            </a:xfrm>
            <a:prstGeom prst="round1Rect">
              <a:avLst/>
            </a:prstGeom>
            <a:ln w="12700">
              <a:solidFill>
                <a:schemeClr val="tx1"/>
              </a:solidFill>
            </a:ln>
          </p:spPr>
          <p:txBody>
            <a:bodyPr wrap="square" rtlCol="0" anchor="ctr">
              <a:noAutofit/>
            </a:bodyPr>
            <a:lstStyle/>
            <a:p>
              <a:pPr algn="ctr">
                <a:buNone/>
              </a:pPr>
              <a:endParaRPr lang="zh-CN" altLang="en-US" sz="2000" dirty="0" err="1"/>
            </a:p>
          </p:txBody>
        </p:sp>
        <p:sp>
          <p:nvSpPr>
            <p:cNvPr id="10" name="椭圆 9">
              <a:extLst>
                <a:ext uri="{FF2B5EF4-FFF2-40B4-BE49-F238E27FC236}">
                  <a16:creationId xmlns:a16="http://schemas.microsoft.com/office/drawing/2014/main" id="{A371501A-0D26-B156-5B66-10A6C2E16D36}"/>
                </a:ext>
              </a:extLst>
            </p:cNvPr>
            <p:cNvSpPr/>
            <p:nvPr/>
          </p:nvSpPr>
          <p:spPr>
            <a:xfrm>
              <a:off x="2262523" y="3465203"/>
              <a:ext cx="137386" cy="149769"/>
            </a:xfrm>
            <a:prstGeom prst="ellipse">
              <a:avLst/>
            </a:prstGeom>
            <a:solidFill>
              <a:schemeClr val="tx1"/>
            </a:solidFill>
            <a:ln>
              <a:solidFill>
                <a:schemeClr val="tx1"/>
              </a:solidFill>
            </a:ln>
          </p:spPr>
          <p:txBody>
            <a:bodyPr wrap="square" rtlCol="0" anchor="ctr">
              <a:noAutofit/>
            </a:bodyPr>
            <a:lstStyle/>
            <a:p>
              <a:pPr algn="ctr">
                <a:buNone/>
              </a:pPr>
              <a:endParaRPr lang="zh-CN" altLang="en-US" sz="2000" dirty="0" err="1"/>
            </a:p>
          </p:txBody>
        </p:sp>
        <p:sp>
          <p:nvSpPr>
            <p:cNvPr id="11" name="椭圆 10">
              <a:extLst>
                <a:ext uri="{FF2B5EF4-FFF2-40B4-BE49-F238E27FC236}">
                  <a16:creationId xmlns:a16="http://schemas.microsoft.com/office/drawing/2014/main" id="{172FA814-0043-64B1-84FD-36CF4D69C327}"/>
                </a:ext>
              </a:extLst>
            </p:cNvPr>
            <p:cNvSpPr/>
            <p:nvPr/>
          </p:nvSpPr>
          <p:spPr>
            <a:xfrm>
              <a:off x="5588946" y="2782334"/>
              <a:ext cx="137386" cy="149769"/>
            </a:xfrm>
            <a:prstGeom prst="ellipse">
              <a:avLst/>
            </a:prstGeom>
            <a:solidFill>
              <a:schemeClr val="tx1"/>
            </a:solidFill>
            <a:ln>
              <a:solidFill>
                <a:schemeClr val="tx1"/>
              </a:solidFill>
            </a:ln>
          </p:spPr>
          <p:txBody>
            <a:bodyPr wrap="square" rtlCol="0" anchor="ctr">
              <a:noAutofit/>
            </a:bodyPr>
            <a:lstStyle/>
            <a:p>
              <a:pPr algn="ctr">
                <a:buNone/>
              </a:pPr>
              <a:endParaRPr lang="zh-CN" altLang="en-US" sz="2000" dirty="0" err="1"/>
            </a:p>
          </p:txBody>
        </p:sp>
        <p:sp>
          <p:nvSpPr>
            <p:cNvPr id="12" name="椭圆 11">
              <a:extLst>
                <a:ext uri="{FF2B5EF4-FFF2-40B4-BE49-F238E27FC236}">
                  <a16:creationId xmlns:a16="http://schemas.microsoft.com/office/drawing/2014/main" id="{9037044C-B466-C64A-1ACD-F11EEC79D0DF}"/>
                </a:ext>
              </a:extLst>
            </p:cNvPr>
            <p:cNvSpPr/>
            <p:nvPr/>
          </p:nvSpPr>
          <p:spPr>
            <a:xfrm>
              <a:off x="2262523" y="3778852"/>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2000" dirty="0" err="1"/>
            </a:p>
          </p:txBody>
        </p:sp>
        <p:sp>
          <p:nvSpPr>
            <p:cNvPr id="13" name="椭圆 12">
              <a:extLst>
                <a:ext uri="{FF2B5EF4-FFF2-40B4-BE49-F238E27FC236}">
                  <a16:creationId xmlns:a16="http://schemas.microsoft.com/office/drawing/2014/main" id="{5F26FE64-2050-4BF5-A260-305A36167909}"/>
                </a:ext>
              </a:extLst>
            </p:cNvPr>
            <p:cNvSpPr/>
            <p:nvPr/>
          </p:nvSpPr>
          <p:spPr>
            <a:xfrm>
              <a:off x="1553488" y="3465203"/>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2000" dirty="0" err="1"/>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43B3E61-84CF-B16E-43ED-B4BFB331BCEC}"/>
                    </a:ext>
                  </a:extLst>
                </p:cNvPr>
                <p:cNvSpPr txBox="1"/>
                <p:nvPr/>
              </p:nvSpPr>
              <p:spPr>
                <a:xfrm>
                  <a:off x="1290539" y="3426851"/>
                  <a:ext cx="198197" cy="22647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1,2</m:t>
                            </m:r>
                          </m:sub>
                        </m:sSub>
                      </m:oMath>
                    </m:oMathPara>
                  </a14:m>
                  <a:endParaRPr lang="zh-CN" altLang="en-US" sz="2000" dirty="0"/>
                </a:p>
              </p:txBody>
            </p:sp>
          </mc:Choice>
          <mc:Fallback xmlns="">
            <p:sp>
              <p:nvSpPr>
                <p:cNvPr id="14" name="文本框 13">
                  <a:extLst>
                    <a:ext uri="{FF2B5EF4-FFF2-40B4-BE49-F238E27FC236}">
                      <a16:creationId xmlns:a16="http://schemas.microsoft.com/office/drawing/2014/main" id="{F43B3E61-84CF-B16E-43ED-B4BFB331BCEC}"/>
                    </a:ext>
                  </a:extLst>
                </p:cNvPr>
                <p:cNvSpPr txBox="1">
                  <a:spLocks noRot="1" noChangeAspect="1" noMove="1" noResize="1" noEditPoints="1" noAdjustHandles="1" noChangeArrowheads="1" noChangeShapeType="1" noTextEdit="1"/>
                </p:cNvSpPr>
                <p:nvPr/>
              </p:nvSpPr>
              <p:spPr>
                <a:xfrm>
                  <a:off x="1290539" y="3426851"/>
                  <a:ext cx="198197" cy="226472"/>
                </a:xfrm>
                <a:prstGeom prst="rect">
                  <a:avLst/>
                </a:prstGeom>
                <a:blipFill>
                  <a:blip r:embed="rId4"/>
                  <a:stretch>
                    <a:fillRect l="-32203" r="-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85145CE-05CF-5C18-EF27-3A73E761A477}"/>
                    </a:ext>
                  </a:extLst>
                </p:cNvPr>
                <p:cNvSpPr txBox="1"/>
                <p:nvPr/>
              </p:nvSpPr>
              <p:spPr>
                <a:xfrm>
                  <a:off x="2300810" y="3958812"/>
                  <a:ext cx="198197" cy="22647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1,1</m:t>
                            </m:r>
                          </m:sub>
                        </m:sSub>
                      </m:oMath>
                    </m:oMathPara>
                  </a14:m>
                  <a:endParaRPr lang="zh-CN" altLang="en-US" sz="2000" dirty="0"/>
                </a:p>
              </p:txBody>
            </p:sp>
          </mc:Choice>
          <mc:Fallback xmlns="">
            <p:sp>
              <p:nvSpPr>
                <p:cNvPr id="15" name="文本框 14">
                  <a:extLst>
                    <a:ext uri="{FF2B5EF4-FFF2-40B4-BE49-F238E27FC236}">
                      <a16:creationId xmlns:a16="http://schemas.microsoft.com/office/drawing/2014/main" id="{285145CE-05CF-5C18-EF27-3A73E761A477}"/>
                    </a:ext>
                  </a:extLst>
                </p:cNvPr>
                <p:cNvSpPr txBox="1">
                  <a:spLocks noRot="1" noChangeAspect="1" noMove="1" noResize="1" noEditPoints="1" noAdjustHandles="1" noChangeArrowheads="1" noChangeShapeType="1" noTextEdit="1"/>
                </p:cNvSpPr>
                <p:nvPr/>
              </p:nvSpPr>
              <p:spPr>
                <a:xfrm>
                  <a:off x="2300810" y="3958812"/>
                  <a:ext cx="198197" cy="226472"/>
                </a:xfrm>
                <a:prstGeom prst="rect">
                  <a:avLst/>
                </a:prstGeom>
                <a:blipFill>
                  <a:blip r:embed="rId5"/>
                  <a:stretch>
                    <a:fillRect l="-32203" r="-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1A069DA-0E7A-C89B-06B0-8218B5EE77B9}"/>
                    </a:ext>
                  </a:extLst>
                </p:cNvPr>
                <p:cNvSpPr txBox="1"/>
                <p:nvPr/>
              </p:nvSpPr>
              <p:spPr>
                <a:xfrm>
                  <a:off x="6129776" y="2767121"/>
                  <a:ext cx="198197" cy="22647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2,1</m:t>
                            </m:r>
                          </m:sub>
                        </m:sSub>
                      </m:oMath>
                    </m:oMathPara>
                  </a14:m>
                  <a:endParaRPr lang="zh-CN" altLang="en-US" sz="2000" dirty="0"/>
                </a:p>
              </p:txBody>
            </p:sp>
          </mc:Choice>
          <mc:Fallback xmlns="">
            <p:sp>
              <p:nvSpPr>
                <p:cNvPr id="16" name="文本框 15">
                  <a:extLst>
                    <a:ext uri="{FF2B5EF4-FFF2-40B4-BE49-F238E27FC236}">
                      <a16:creationId xmlns:a16="http://schemas.microsoft.com/office/drawing/2014/main" id="{B1A069DA-0E7A-C89B-06B0-8218B5EE77B9}"/>
                    </a:ext>
                  </a:extLst>
                </p:cNvPr>
                <p:cNvSpPr txBox="1">
                  <a:spLocks noRot="1" noChangeAspect="1" noMove="1" noResize="1" noEditPoints="1" noAdjustHandles="1" noChangeArrowheads="1" noChangeShapeType="1" noTextEdit="1"/>
                </p:cNvSpPr>
                <p:nvPr/>
              </p:nvSpPr>
              <p:spPr>
                <a:xfrm>
                  <a:off x="6129776" y="2767121"/>
                  <a:ext cx="198197" cy="226472"/>
                </a:xfrm>
                <a:prstGeom prst="rect">
                  <a:avLst/>
                </a:prstGeom>
                <a:blipFill>
                  <a:blip r:embed="rId6"/>
                  <a:stretch>
                    <a:fillRect l="-31667" r="-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13EA68B-2BCF-B6C4-6910-EE553399D8E1}"/>
                    </a:ext>
                  </a:extLst>
                </p:cNvPr>
                <p:cNvSpPr txBox="1"/>
                <p:nvPr/>
              </p:nvSpPr>
              <p:spPr>
                <a:xfrm>
                  <a:off x="5565715" y="1965486"/>
                  <a:ext cx="198197" cy="22647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2,2</m:t>
                            </m:r>
                          </m:sub>
                        </m:sSub>
                      </m:oMath>
                    </m:oMathPara>
                  </a14:m>
                  <a:endParaRPr lang="zh-CN" altLang="en-US" sz="2000" dirty="0"/>
                </a:p>
              </p:txBody>
            </p:sp>
          </mc:Choice>
          <mc:Fallback xmlns="">
            <p:sp>
              <p:nvSpPr>
                <p:cNvPr id="17" name="文本框 16">
                  <a:extLst>
                    <a:ext uri="{FF2B5EF4-FFF2-40B4-BE49-F238E27FC236}">
                      <a16:creationId xmlns:a16="http://schemas.microsoft.com/office/drawing/2014/main" id="{813EA68B-2BCF-B6C4-6910-EE553399D8E1}"/>
                    </a:ext>
                  </a:extLst>
                </p:cNvPr>
                <p:cNvSpPr txBox="1">
                  <a:spLocks noRot="1" noChangeAspect="1" noMove="1" noResize="1" noEditPoints="1" noAdjustHandles="1" noChangeArrowheads="1" noChangeShapeType="1" noTextEdit="1"/>
                </p:cNvSpPr>
                <p:nvPr/>
              </p:nvSpPr>
              <p:spPr>
                <a:xfrm>
                  <a:off x="5565715" y="1965486"/>
                  <a:ext cx="198197" cy="226472"/>
                </a:xfrm>
                <a:prstGeom prst="rect">
                  <a:avLst/>
                </a:prstGeom>
                <a:blipFill>
                  <a:blip r:embed="rId7"/>
                  <a:stretch>
                    <a:fillRect l="-33898" r="-8475"/>
                  </a:stretch>
                </a:blipFill>
              </p:spPr>
              <p:txBody>
                <a:bodyPr/>
                <a:lstStyle/>
                <a:p>
                  <a:r>
                    <a:rPr lang="zh-CN" altLang="en-US">
                      <a:noFill/>
                    </a:rPr>
                    <a:t> </a:t>
                  </a:r>
                </a:p>
              </p:txBody>
            </p:sp>
          </mc:Fallback>
        </mc:AlternateContent>
        <p:sp>
          <p:nvSpPr>
            <p:cNvPr id="18" name="椭圆 17">
              <a:extLst>
                <a:ext uri="{FF2B5EF4-FFF2-40B4-BE49-F238E27FC236}">
                  <a16:creationId xmlns:a16="http://schemas.microsoft.com/office/drawing/2014/main" id="{B8D9D6F1-F482-AF93-445C-63966246009E}"/>
                </a:ext>
              </a:extLst>
            </p:cNvPr>
            <p:cNvSpPr/>
            <p:nvPr/>
          </p:nvSpPr>
          <p:spPr>
            <a:xfrm>
              <a:off x="5892157" y="2778953"/>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2000" dirty="0" err="1"/>
            </a:p>
          </p:txBody>
        </p:sp>
        <p:sp>
          <p:nvSpPr>
            <p:cNvPr id="19" name="椭圆 18">
              <a:extLst>
                <a:ext uri="{FF2B5EF4-FFF2-40B4-BE49-F238E27FC236}">
                  <a16:creationId xmlns:a16="http://schemas.microsoft.com/office/drawing/2014/main" id="{582666FF-91B6-A78C-0B9B-0A4AF8701AE9}"/>
                </a:ext>
              </a:extLst>
            </p:cNvPr>
            <p:cNvSpPr/>
            <p:nvPr/>
          </p:nvSpPr>
          <p:spPr>
            <a:xfrm>
              <a:off x="5588946" y="2253387"/>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sz="2000" dirty="0" err="1"/>
            </a:p>
          </p:txBody>
        </p:sp>
        <p:cxnSp>
          <p:nvCxnSpPr>
            <p:cNvPr id="20" name="直接箭头连接符 19">
              <a:extLst>
                <a:ext uri="{FF2B5EF4-FFF2-40B4-BE49-F238E27FC236}">
                  <a16:creationId xmlns:a16="http://schemas.microsoft.com/office/drawing/2014/main" id="{49419855-6F23-5E75-4127-D5DC931D0EB4}"/>
                </a:ext>
              </a:extLst>
            </p:cNvPr>
            <p:cNvCxnSpPr>
              <a:cxnSpLocks/>
              <a:stCxn id="10" idx="2"/>
              <a:endCxn id="13" idx="6"/>
            </p:cNvCxnSpPr>
            <p:nvPr/>
          </p:nvCxnSpPr>
          <p:spPr bwMode="auto">
            <a:xfrm flipH="1">
              <a:off x="1690874" y="3540088"/>
              <a:ext cx="571649" cy="1690"/>
            </a:xfrm>
            <a:prstGeom prst="straightConnector1">
              <a:avLst/>
            </a:prstGeom>
            <a:noFill/>
            <a:ln w="9525" cap="flat" cmpd="sng" algn="ctr">
              <a:solidFill>
                <a:schemeClr val="tx1"/>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8157ACBD-7EEA-614F-16C6-2B850032EA71}"/>
                </a:ext>
              </a:extLst>
            </p:cNvPr>
            <p:cNvCxnSpPr>
              <a:cxnSpLocks/>
              <a:stCxn id="10" idx="4"/>
              <a:endCxn id="12" idx="0"/>
            </p:cNvCxnSpPr>
            <p:nvPr/>
          </p:nvCxnSpPr>
          <p:spPr bwMode="auto">
            <a:xfrm>
              <a:off x="2331216" y="3614972"/>
              <a:ext cx="0" cy="163880"/>
            </a:xfrm>
            <a:prstGeom prst="straightConnector1">
              <a:avLst/>
            </a:prstGeom>
            <a:noFill/>
            <a:ln w="9525" cap="flat" cmpd="sng" algn="ctr">
              <a:solidFill>
                <a:schemeClr val="tx1"/>
              </a:solidFill>
              <a:prstDash val="solid"/>
              <a:round/>
              <a:headEnd type="none" w="med" len="med"/>
              <a:tailEnd type="triangle"/>
            </a:ln>
            <a:effectLst/>
          </p:spPr>
        </p:cxnSp>
        <p:cxnSp>
          <p:nvCxnSpPr>
            <p:cNvPr id="22" name="直接箭头连接符 21">
              <a:extLst>
                <a:ext uri="{FF2B5EF4-FFF2-40B4-BE49-F238E27FC236}">
                  <a16:creationId xmlns:a16="http://schemas.microsoft.com/office/drawing/2014/main" id="{14720ABF-4395-A941-D992-EFE8B3FDDF88}"/>
                </a:ext>
              </a:extLst>
            </p:cNvPr>
            <p:cNvCxnSpPr>
              <a:cxnSpLocks/>
              <a:stCxn id="11" idx="0"/>
              <a:endCxn id="19" idx="4"/>
            </p:cNvCxnSpPr>
            <p:nvPr/>
          </p:nvCxnSpPr>
          <p:spPr bwMode="auto">
            <a:xfrm flipV="1">
              <a:off x="5657639" y="2406537"/>
              <a:ext cx="0" cy="375797"/>
            </a:xfrm>
            <a:prstGeom prst="straightConnector1">
              <a:avLst/>
            </a:prstGeom>
            <a:noFill/>
            <a:ln w="9525" cap="flat" cmpd="sng" algn="ctr">
              <a:solidFill>
                <a:schemeClr val="tx1"/>
              </a:solidFill>
              <a:prstDash val="solid"/>
              <a:round/>
              <a:headEnd type="none" w="med" len="med"/>
              <a:tailEnd type="triangle"/>
            </a:ln>
            <a:effectLst/>
          </p:spPr>
        </p:cxnSp>
        <p:cxnSp>
          <p:nvCxnSpPr>
            <p:cNvPr id="23" name="直接箭头连接符 22">
              <a:extLst>
                <a:ext uri="{FF2B5EF4-FFF2-40B4-BE49-F238E27FC236}">
                  <a16:creationId xmlns:a16="http://schemas.microsoft.com/office/drawing/2014/main" id="{C39CED57-0A95-D222-87AD-5F41643FBF0B}"/>
                </a:ext>
              </a:extLst>
            </p:cNvPr>
            <p:cNvCxnSpPr>
              <a:cxnSpLocks/>
              <a:stCxn id="11" idx="6"/>
              <a:endCxn id="18" idx="2"/>
            </p:cNvCxnSpPr>
            <p:nvPr/>
          </p:nvCxnSpPr>
          <p:spPr bwMode="auto">
            <a:xfrm flipV="1">
              <a:off x="5726332" y="2855528"/>
              <a:ext cx="165825" cy="1691"/>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1376E4A-A551-EF59-AF7A-20BB86ADF421}"/>
                    </a:ext>
                  </a:extLst>
                </p:cNvPr>
                <p:cNvSpPr txBox="1"/>
                <p:nvPr/>
              </p:nvSpPr>
              <p:spPr>
                <a:xfrm>
                  <a:off x="2271607" y="3162992"/>
                  <a:ext cx="198197" cy="219133"/>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1</m:t>
                            </m:r>
                          </m:sub>
                        </m:sSub>
                      </m:oMath>
                    </m:oMathPara>
                  </a14:m>
                  <a:endParaRPr lang="zh-CN" altLang="en-US" sz="2000" dirty="0"/>
                </a:p>
              </p:txBody>
            </p:sp>
          </mc:Choice>
          <mc:Fallback xmlns="">
            <p:sp>
              <p:nvSpPr>
                <p:cNvPr id="24" name="文本框 23">
                  <a:extLst>
                    <a:ext uri="{FF2B5EF4-FFF2-40B4-BE49-F238E27FC236}">
                      <a16:creationId xmlns:a16="http://schemas.microsoft.com/office/drawing/2014/main" id="{C1376E4A-A551-EF59-AF7A-20BB86ADF421}"/>
                    </a:ext>
                  </a:extLst>
                </p:cNvPr>
                <p:cNvSpPr txBox="1">
                  <a:spLocks noRot="1" noChangeAspect="1" noMove="1" noResize="1" noEditPoints="1" noAdjustHandles="1" noChangeArrowheads="1" noChangeShapeType="1" noTextEdit="1"/>
                </p:cNvSpPr>
                <p:nvPr/>
              </p:nvSpPr>
              <p:spPr>
                <a:xfrm>
                  <a:off x="2271607" y="3162992"/>
                  <a:ext cx="198197" cy="219133"/>
                </a:xfrm>
                <a:prstGeom prst="rect">
                  <a:avLst/>
                </a:prstGeom>
                <a:blipFill>
                  <a:blip r:embed="rId8"/>
                  <a:stretch>
                    <a:fillRect l="-8475"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7A1688EC-6BB9-BCE0-C657-5FF508B99354}"/>
                    </a:ext>
                  </a:extLst>
                </p:cNvPr>
                <p:cNvSpPr txBox="1"/>
                <p:nvPr/>
              </p:nvSpPr>
              <p:spPr>
                <a:xfrm>
                  <a:off x="5607113" y="2926288"/>
                  <a:ext cx="198197" cy="219133"/>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2</m:t>
                            </m:r>
                          </m:sub>
                        </m:sSub>
                      </m:oMath>
                    </m:oMathPara>
                  </a14:m>
                  <a:endParaRPr lang="zh-CN" altLang="en-US" sz="2000" dirty="0"/>
                </a:p>
              </p:txBody>
            </p:sp>
          </mc:Choice>
          <mc:Fallback xmlns="">
            <p:sp>
              <p:nvSpPr>
                <p:cNvPr id="25" name="文本框 24">
                  <a:extLst>
                    <a:ext uri="{FF2B5EF4-FFF2-40B4-BE49-F238E27FC236}">
                      <a16:creationId xmlns:a16="http://schemas.microsoft.com/office/drawing/2014/main" id="{7A1688EC-6BB9-BCE0-C657-5FF508B99354}"/>
                    </a:ext>
                  </a:extLst>
                </p:cNvPr>
                <p:cNvSpPr txBox="1">
                  <a:spLocks noRot="1" noChangeAspect="1" noMove="1" noResize="1" noEditPoints="1" noAdjustHandles="1" noChangeArrowheads="1" noChangeShapeType="1" noTextEdit="1"/>
                </p:cNvSpPr>
                <p:nvPr/>
              </p:nvSpPr>
              <p:spPr>
                <a:xfrm>
                  <a:off x="5607113" y="2926288"/>
                  <a:ext cx="198197" cy="219133"/>
                </a:xfrm>
                <a:prstGeom prst="rect">
                  <a:avLst/>
                </a:prstGeom>
                <a:blipFill>
                  <a:blip r:embed="rId9"/>
                  <a:stretch>
                    <a:fillRect l="-10169" b="-3077"/>
                  </a:stretch>
                </a:blipFill>
              </p:spPr>
              <p:txBody>
                <a:bodyPr/>
                <a:lstStyle/>
                <a:p>
                  <a:r>
                    <a:rPr lang="zh-CN" altLang="en-US">
                      <a:noFill/>
                    </a:rPr>
                    <a:t> </a:t>
                  </a:r>
                </a:p>
              </p:txBody>
            </p:sp>
          </mc:Fallback>
        </mc:AlternateContent>
        <p:cxnSp>
          <p:nvCxnSpPr>
            <p:cNvPr id="26" name="连接符: 肘形 25">
              <a:extLst>
                <a:ext uri="{FF2B5EF4-FFF2-40B4-BE49-F238E27FC236}">
                  <a16:creationId xmlns:a16="http://schemas.microsoft.com/office/drawing/2014/main" id="{50198398-95E9-8ED8-4DC2-6B4CC5DB100D}"/>
                </a:ext>
              </a:extLst>
            </p:cNvPr>
            <p:cNvCxnSpPr>
              <a:cxnSpLocks/>
              <a:stCxn id="13" idx="7"/>
              <a:endCxn id="19" idx="3"/>
            </p:cNvCxnSpPr>
            <p:nvPr/>
          </p:nvCxnSpPr>
          <p:spPr bwMode="auto">
            <a:xfrm rot="5400000" flipH="1" flipV="1">
              <a:off x="3088149" y="966714"/>
              <a:ext cx="1103522" cy="3938312"/>
            </a:xfrm>
            <a:prstGeom prst="bentConnector3">
              <a:avLst>
                <a:gd name="adj1" fmla="val 100195"/>
              </a:avLst>
            </a:prstGeom>
            <a:noFill/>
            <a:ln w="9525" cap="flat" cmpd="sng" algn="ctr">
              <a:solidFill>
                <a:schemeClr val="tx1"/>
              </a:solidFill>
              <a:prstDash val="lgDash"/>
              <a:round/>
              <a:headEnd type="stealth" w="med" len="med"/>
              <a:tailEnd type="stealth"/>
            </a:ln>
            <a:effectLst/>
          </p:spPr>
        </p:cxnSp>
        <p:cxnSp>
          <p:nvCxnSpPr>
            <p:cNvPr id="27" name="连接符: 肘形 26">
              <a:extLst>
                <a:ext uri="{FF2B5EF4-FFF2-40B4-BE49-F238E27FC236}">
                  <a16:creationId xmlns:a16="http://schemas.microsoft.com/office/drawing/2014/main" id="{A3B8F933-B509-0CE9-1112-4E4D3E6CA6F1}"/>
                </a:ext>
              </a:extLst>
            </p:cNvPr>
            <p:cNvCxnSpPr>
              <a:cxnSpLocks/>
              <a:stCxn id="12" idx="7"/>
              <a:endCxn id="18" idx="3"/>
            </p:cNvCxnSpPr>
            <p:nvPr/>
          </p:nvCxnSpPr>
          <p:spPr bwMode="auto">
            <a:xfrm rot="5400000" flipH="1" flipV="1">
              <a:off x="3700231" y="1589234"/>
              <a:ext cx="891605" cy="3532488"/>
            </a:xfrm>
            <a:prstGeom prst="bentConnector3">
              <a:avLst>
                <a:gd name="adj1" fmla="val 490"/>
              </a:avLst>
            </a:prstGeom>
            <a:noFill/>
            <a:ln w="9525" cap="flat" cmpd="sng" algn="ctr">
              <a:solidFill>
                <a:schemeClr val="tx1"/>
              </a:solidFill>
              <a:prstDash val="lgDash"/>
              <a:round/>
              <a:headEnd type="stealth" w="med" len="med"/>
              <a:tailEnd type="stealth"/>
            </a:ln>
            <a:effectLst/>
          </p:spPr>
        </p:cxnSp>
        <p:cxnSp>
          <p:nvCxnSpPr>
            <p:cNvPr id="28" name="直接箭头连接符 27">
              <a:extLst>
                <a:ext uri="{FF2B5EF4-FFF2-40B4-BE49-F238E27FC236}">
                  <a16:creationId xmlns:a16="http://schemas.microsoft.com/office/drawing/2014/main" id="{AEBD74B5-4507-93B7-8D1D-7BB8EEC051E6}"/>
                </a:ext>
              </a:extLst>
            </p:cNvPr>
            <p:cNvCxnSpPr>
              <a:cxnSpLocks/>
              <a:stCxn id="10" idx="7"/>
              <a:endCxn id="11" idx="2"/>
            </p:cNvCxnSpPr>
            <p:nvPr/>
          </p:nvCxnSpPr>
          <p:spPr bwMode="auto">
            <a:xfrm flipV="1">
              <a:off x="2379789" y="2857219"/>
              <a:ext cx="3209157" cy="629917"/>
            </a:xfrm>
            <a:prstGeom prst="straightConnector1">
              <a:avLst/>
            </a:prstGeom>
            <a:noFill/>
            <a:ln w="9525" cap="flat" cmpd="sng" algn="ctr">
              <a:solidFill>
                <a:schemeClr val="tx1"/>
              </a:solidFill>
              <a:prstDash val="lgDash"/>
              <a:round/>
              <a:headEnd type="stealth"/>
              <a:tailEnd type="stealth"/>
            </a:ln>
            <a:effectLst/>
          </p:spPr>
        </p:cxn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BFEC527B-269D-2E9F-05B9-C0DE4619B23E}"/>
                    </a:ext>
                  </a:extLst>
                </p:cNvPr>
                <p:cNvSpPr txBox="1"/>
                <p:nvPr/>
              </p:nvSpPr>
              <p:spPr>
                <a:xfrm>
                  <a:off x="1339533" y="2433285"/>
                  <a:ext cx="2414377" cy="3244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smtClean="0">
                                <a:solidFill>
                                  <a:schemeClr val="tx1"/>
                                </a:solidFill>
                                <a:latin typeface="Cambria Math" panose="02040503050406030204" pitchFamily="18" charset="0"/>
                              </a:rPr>
                            </m:ctrlPr>
                          </m:sSubPr>
                          <m:e>
                            <m:d>
                              <m:dPr>
                                <m:begChr m:val="|"/>
                                <m:endChr m:val="|"/>
                                <m:ctrlPr>
                                  <a:rPr lang="zh-CN" altLang="en-US" sz="2000" i="1">
                                    <a:solidFill>
                                      <a:schemeClr val="tx1"/>
                                    </a:solidFill>
                                    <a:latin typeface="Cambria Math" panose="02040503050406030204" pitchFamily="18" charset="0"/>
                                  </a:rPr>
                                </m:ctrlPr>
                              </m:dPr>
                              <m:e>
                                <m:d>
                                  <m:dPr>
                                    <m:begChr m:val="|"/>
                                    <m:endChr m:val="|"/>
                                    <m:ctrlPr>
                                      <a:rPr lang="zh-CN" altLang="en-US" sz="2000" i="1">
                                        <a:solidFill>
                                          <a:schemeClr val="tx1"/>
                                        </a:solidFill>
                                        <a:latin typeface="Cambria Math" panose="02040503050406030204" pitchFamily="18" charset="0"/>
                                      </a:rPr>
                                    </m:ctrlPr>
                                  </m:dPr>
                                  <m:e>
                                    <m:sSub>
                                      <m:sSubPr>
                                        <m:ctrlPr>
                                          <a:rPr lang="zh-CN" altLang="en-US" sz="2000" i="1">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𝑥</m:t>
                                        </m:r>
                                      </m:e>
                                      <m:sub>
                                        <m:r>
                                          <a:rPr lang="en-US" altLang="zh-CN" sz="2000" b="0" i="0" smtClean="0">
                                            <a:solidFill>
                                              <a:schemeClr val="tx1"/>
                                            </a:solidFill>
                                            <a:latin typeface="Cambria Math" panose="02040503050406030204" pitchFamily="18" charset="0"/>
                                          </a:rPr>
                                          <m:t>2</m:t>
                                        </m:r>
                                        <m:r>
                                          <a:rPr lang="zh-CN" altLang="en-US" sz="2000" i="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2</m:t>
                                        </m:r>
                                      </m:sub>
                                    </m:sSub>
                                    <m:r>
                                      <a:rPr lang="zh-CN" altLang="en-US" sz="2000" i="0">
                                        <a:solidFill>
                                          <a:schemeClr val="tx1"/>
                                        </a:solidFill>
                                        <a:latin typeface="Cambria Math" panose="02040503050406030204" pitchFamily="18" charset="0"/>
                                      </a:rPr>
                                      <m:t>−</m:t>
                                    </m:r>
                                    <m:sSub>
                                      <m:sSubPr>
                                        <m:ctrlPr>
                                          <a:rPr lang="zh-CN" altLang="en-US" sz="200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𝑥</m:t>
                                        </m:r>
                                      </m:e>
                                      <m:sub>
                                        <m:r>
                                          <a:rPr lang="en-US" altLang="zh-CN" sz="2000" b="0" i="0" smtClean="0">
                                            <a:solidFill>
                                              <a:schemeClr val="tx1"/>
                                            </a:solidFill>
                                            <a:latin typeface="Cambria Math" panose="02040503050406030204" pitchFamily="18" charset="0"/>
                                          </a:rPr>
                                          <m:t>1</m:t>
                                        </m:r>
                                        <m:r>
                                          <a:rPr lang="zh-CN" altLang="en-US" sz="2000" i="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2</m:t>
                                        </m:r>
                                      </m:sub>
                                    </m:sSub>
                                  </m:e>
                                </m:d>
                              </m:e>
                            </m:d>
                          </m:e>
                          <m:sub>
                            <m:r>
                              <a:rPr lang="zh-CN" altLang="en-US" sz="2000" i="1">
                                <a:solidFill>
                                  <a:schemeClr val="tx1"/>
                                </a:solidFill>
                                <a:latin typeface="Cambria Math" panose="02040503050406030204" pitchFamily="18" charset="0"/>
                              </a:rPr>
                              <m:t>𝑟𝑜𝑢𝑡𝑒</m:t>
                            </m:r>
                          </m:sub>
                        </m:sSub>
                      </m:oMath>
                    </m:oMathPara>
                  </a14:m>
                  <a:endParaRPr lang="zh-CN" altLang="en-US" sz="2000" dirty="0"/>
                </a:p>
              </p:txBody>
            </p:sp>
          </mc:Choice>
          <mc:Fallback xmlns="">
            <p:sp>
              <p:nvSpPr>
                <p:cNvPr id="29" name="文本框 28">
                  <a:extLst>
                    <a:ext uri="{FF2B5EF4-FFF2-40B4-BE49-F238E27FC236}">
                      <a16:creationId xmlns:a16="http://schemas.microsoft.com/office/drawing/2014/main" id="{BFEC527B-269D-2E9F-05B9-C0DE4619B23E}"/>
                    </a:ext>
                  </a:extLst>
                </p:cNvPr>
                <p:cNvSpPr txBox="1">
                  <a:spLocks noRot="1" noChangeAspect="1" noMove="1" noResize="1" noEditPoints="1" noAdjustHandles="1" noChangeArrowheads="1" noChangeShapeType="1" noTextEdit="1"/>
                </p:cNvSpPr>
                <p:nvPr/>
              </p:nvSpPr>
              <p:spPr>
                <a:xfrm>
                  <a:off x="1339533" y="2433285"/>
                  <a:ext cx="2414377" cy="32448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DDA6A68B-49DE-3DE8-85E8-77C423B0494C}"/>
                    </a:ext>
                  </a:extLst>
                </p:cNvPr>
                <p:cNvSpPr txBox="1"/>
                <p:nvPr/>
              </p:nvSpPr>
              <p:spPr>
                <a:xfrm>
                  <a:off x="3862202" y="3321574"/>
                  <a:ext cx="2414377" cy="3244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smtClean="0">
                                <a:solidFill>
                                  <a:schemeClr val="tx1"/>
                                </a:solidFill>
                                <a:latin typeface="Cambria Math" panose="02040503050406030204" pitchFamily="18" charset="0"/>
                              </a:rPr>
                            </m:ctrlPr>
                          </m:sSubPr>
                          <m:e>
                            <m:d>
                              <m:dPr>
                                <m:begChr m:val="|"/>
                                <m:endChr m:val="|"/>
                                <m:ctrlPr>
                                  <a:rPr lang="zh-CN" altLang="en-US" sz="2000" i="1">
                                    <a:solidFill>
                                      <a:schemeClr val="tx1"/>
                                    </a:solidFill>
                                    <a:latin typeface="Cambria Math" panose="02040503050406030204" pitchFamily="18" charset="0"/>
                                  </a:rPr>
                                </m:ctrlPr>
                              </m:dPr>
                              <m:e>
                                <m:d>
                                  <m:dPr>
                                    <m:begChr m:val="|"/>
                                    <m:endChr m:val="|"/>
                                    <m:ctrlPr>
                                      <a:rPr lang="zh-CN" altLang="en-US" sz="2000" i="1">
                                        <a:solidFill>
                                          <a:schemeClr val="tx1"/>
                                        </a:solidFill>
                                        <a:latin typeface="Cambria Math" panose="02040503050406030204" pitchFamily="18" charset="0"/>
                                      </a:rPr>
                                    </m:ctrlPr>
                                  </m:dPr>
                                  <m:e>
                                    <m:sSub>
                                      <m:sSubPr>
                                        <m:ctrlPr>
                                          <a:rPr lang="zh-CN" altLang="en-US" sz="2000" i="1">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𝑥</m:t>
                                        </m:r>
                                      </m:e>
                                      <m:sub>
                                        <m:r>
                                          <a:rPr lang="en-US" altLang="zh-CN" sz="2000" b="0" i="1" smtClean="0">
                                            <a:solidFill>
                                              <a:schemeClr val="tx1"/>
                                            </a:solidFill>
                                            <a:latin typeface="Cambria Math" panose="02040503050406030204" pitchFamily="18" charset="0"/>
                                          </a:rPr>
                                          <m:t>2,1</m:t>
                                        </m:r>
                                      </m:sub>
                                    </m:sSub>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𝑥</m:t>
                                        </m:r>
                                      </m:e>
                                      <m:sub>
                                        <m:r>
                                          <a:rPr lang="en-US" altLang="zh-CN" sz="2000" b="0" i="0" smtClean="0">
                                            <a:solidFill>
                                              <a:schemeClr val="tx1"/>
                                            </a:solidFill>
                                            <a:latin typeface="Cambria Math" panose="02040503050406030204" pitchFamily="18" charset="0"/>
                                          </a:rPr>
                                          <m:t>1</m:t>
                                        </m:r>
                                        <m:r>
                                          <a:rPr lang="zh-CN" altLang="en-US" sz="2000" i="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1</m:t>
                                        </m:r>
                                      </m:sub>
                                    </m:sSub>
                                  </m:e>
                                </m:d>
                              </m:e>
                            </m:d>
                          </m:e>
                          <m:sub>
                            <m:r>
                              <a:rPr lang="zh-CN" altLang="en-US" sz="2000" i="1">
                                <a:solidFill>
                                  <a:schemeClr val="tx1"/>
                                </a:solidFill>
                                <a:latin typeface="Cambria Math" panose="02040503050406030204" pitchFamily="18" charset="0"/>
                              </a:rPr>
                              <m:t>𝑟𝑜𝑢𝑡𝑒</m:t>
                            </m:r>
                          </m:sub>
                        </m:sSub>
                      </m:oMath>
                    </m:oMathPara>
                  </a14:m>
                  <a:endParaRPr lang="zh-CN" altLang="en-US" sz="2000" dirty="0"/>
                </a:p>
              </p:txBody>
            </p:sp>
          </mc:Choice>
          <mc:Fallback xmlns="">
            <p:sp>
              <p:nvSpPr>
                <p:cNvPr id="30" name="文本框 29">
                  <a:extLst>
                    <a:ext uri="{FF2B5EF4-FFF2-40B4-BE49-F238E27FC236}">
                      <a16:creationId xmlns:a16="http://schemas.microsoft.com/office/drawing/2014/main" id="{DDA6A68B-49DE-3DE8-85E8-77C423B0494C}"/>
                    </a:ext>
                  </a:extLst>
                </p:cNvPr>
                <p:cNvSpPr txBox="1">
                  <a:spLocks noRot="1" noChangeAspect="1" noMove="1" noResize="1" noEditPoints="1" noAdjustHandles="1" noChangeArrowheads="1" noChangeShapeType="1" noTextEdit="1"/>
                </p:cNvSpPr>
                <p:nvPr/>
              </p:nvSpPr>
              <p:spPr>
                <a:xfrm>
                  <a:off x="3862202" y="3321574"/>
                  <a:ext cx="2414377" cy="32448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8DC14DF-5F21-D1BC-D288-0E25EF85E1C6}"/>
                    </a:ext>
                  </a:extLst>
                </p:cNvPr>
                <p:cNvSpPr txBox="1"/>
                <p:nvPr/>
              </p:nvSpPr>
              <p:spPr>
                <a:xfrm>
                  <a:off x="3338533" y="2774453"/>
                  <a:ext cx="1630605" cy="2851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smtClean="0">
                                <a:solidFill>
                                  <a:schemeClr val="tx1"/>
                                </a:solidFill>
                                <a:latin typeface="Cambria Math" panose="02040503050406030204" pitchFamily="18" charset="0"/>
                              </a:rPr>
                            </m:ctrlPr>
                          </m:sSubPr>
                          <m:e>
                            <m:d>
                              <m:dPr>
                                <m:begChr m:val="|"/>
                                <m:endChr m:val="|"/>
                                <m:ctrlPr>
                                  <a:rPr lang="zh-CN" altLang="en-US" sz="2000" i="1">
                                    <a:solidFill>
                                      <a:schemeClr val="tx1"/>
                                    </a:solidFill>
                                    <a:latin typeface="Cambria Math" panose="02040503050406030204" pitchFamily="18" charset="0"/>
                                  </a:rPr>
                                </m:ctrlPr>
                              </m:dPr>
                              <m:e>
                                <m:d>
                                  <m:dPr>
                                    <m:begChr m:val="|"/>
                                    <m:endChr m:val="|"/>
                                    <m:ctrlPr>
                                      <a:rPr lang="zh-CN" altLang="en-US" sz="2000" i="1">
                                        <a:solidFill>
                                          <a:schemeClr val="tx1"/>
                                        </a:solidFill>
                                        <a:latin typeface="Cambria Math" panose="02040503050406030204" pitchFamily="18" charset="0"/>
                                      </a:rPr>
                                    </m:ctrlPr>
                                  </m:dPr>
                                  <m:e>
                                    <m:sSub>
                                      <m:sSubPr>
                                        <m:ctrlPr>
                                          <a:rPr lang="zh-CN" altLang="en-US" sz="2000" i="1">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𝑧</m:t>
                                        </m:r>
                                      </m:e>
                                      <m:sub>
                                        <m:r>
                                          <a:rPr lang="en-US" altLang="zh-CN" sz="2000" b="0" i="1" smtClean="0">
                                            <a:solidFill>
                                              <a:schemeClr val="tx1"/>
                                            </a:solidFill>
                                            <a:latin typeface="Cambria Math" panose="02040503050406030204" pitchFamily="18" charset="0"/>
                                          </a:rPr>
                                          <m:t>2</m:t>
                                        </m:r>
                                      </m:sub>
                                    </m:sSub>
                                    <m:r>
                                      <a:rPr lang="zh-CN" altLang="en-US" sz="2000" b="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𝑧</m:t>
                                        </m:r>
                                      </m:e>
                                      <m:sub>
                                        <m:r>
                                          <a:rPr lang="zh-CN" altLang="en-US" sz="2000" b="0" i="0">
                                            <a:solidFill>
                                              <a:schemeClr val="tx1"/>
                                            </a:solidFill>
                                            <a:latin typeface="Cambria Math" panose="02040503050406030204" pitchFamily="18" charset="0"/>
                                          </a:rPr>
                                          <m:t>1</m:t>
                                        </m:r>
                                      </m:sub>
                                    </m:sSub>
                                  </m:e>
                                </m:d>
                              </m:e>
                            </m:d>
                          </m:e>
                          <m:sub>
                            <m:r>
                              <m:rPr>
                                <m:sty m:val="p"/>
                              </m:rPr>
                              <a:rPr lang="en-US" altLang="zh-CN" sz="2000" b="0" i="0" smtClean="0">
                                <a:solidFill>
                                  <a:schemeClr val="tx1"/>
                                </a:solidFill>
                                <a:latin typeface="Cambria Math" panose="02040503050406030204" pitchFamily="18" charset="0"/>
                              </a:rPr>
                              <m:t>great</m:t>
                            </m:r>
                            <m:r>
                              <a:rPr lang="en-US" altLang="zh-CN" sz="2000" b="0" i="0" smtClean="0">
                                <a:solidFill>
                                  <a:schemeClr val="tx1"/>
                                </a:solidFill>
                                <a:latin typeface="Cambria Math" panose="02040503050406030204" pitchFamily="18" charset="0"/>
                              </a:rPr>
                              <m:t> </m:t>
                            </m:r>
                            <m:r>
                              <m:rPr>
                                <m:sty m:val="p"/>
                              </m:rPr>
                              <a:rPr lang="en-US" altLang="zh-CN" sz="2000" b="0" i="0" smtClean="0">
                                <a:solidFill>
                                  <a:schemeClr val="tx1"/>
                                </a:solidFill>
                                <a:latin typeface="Cambria Math" panose="02040503050406030204" pitchFamily="18" charset="0"/>
                              </a:rPr>
                              <m:t>circle</m:t>
                            </m:r>
                          </m:sub>
                        </m:sSub>
                      </m:oMath>
                    </m:oMathPara>
                  </a14:m>
                  <a:endParaRPr lang="zh-CN" altLang="en-US" sz="2000" dirty="0"/>
                </a:p>
              </p:txBody>
            </p:sp>
          </mc:Choice>
          <mc:Fallback xmlns="">
            <p:sp>
              <p:nvSpPr>
                <p:cNvPr id="31" name="文本框 30">
                  <a:extLst>
                    <a:ext uri="{FF2B5EF4-FFF2-40B4-BE49-F238E27FC236}">
                      <a16:creationId xmlns:a16="http://schemas.microsoft.com/office/drawing/2014/main" id="{68DC14DF-5F21-D1BC-D288-0E25EF85E1C6}"/>
                    </a:ext>
                  </a:extLst>
                </p:cNvPr>
                <p:cNvSpPr txBox="1">
                  <a:spLocks noRot="1" noChangeAspect="1" noMove="1" noResize="1" noEditPoints="1" noAdjustHandles="1" noChangeArrowheads="1" noChangeShapeType="1" noTextEdit="1"/>
                </p:cNvSpPr>
                <p:nvPr/>
              </p:nvSpPr>
              <p:spPr>
                <a:xfrm>
                  <a:off x="3338533" y="2774453"/>
                  <a:ext cx="1630605" cy="285119"/>
                </a:xfrm>
                <a:prstGeom prst="rect">
                  <a:avLst/>
                </a:prstGeom>
                <a:blipFill>
                  <a:blip r:embed="rId12"/>
                  <a:stretch>
                    <a:fillRect b="-5882"/>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810117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8C6B986F-3AC7-492D-88CC-10D222749600}"/>
              </a:ext>
            </a:extLst>
          </p:cNvPr>
          <p:cNvSpPr/>
          <p:nvPr/>
        </p:nvSpPr>
        <p:spPr>
          <a:xfrm>
            <a:off x="313220" y="1980358"/>
            <a:ext cx="11481731" cy="1646950"/>
          </a:xfrm>
          <a:prstGeom prst="roundRect">
            <a:avLst/>
          </a:prstGeom>
          <a:solidFill>
            <a:schemeClr val="accent5"/>
          </a:solidFill>
          <a:ln>
            <a:solidFill>
              <a:schemeClr val="accent5"/>
            </a:solidFill>
          </a:ln>
        </p:spPr>
        <p:txBody>
          <a:bodyPr wrap="square" rtlCol="0" anchor="ctr">
            <a:noAutofit/>
          </a:bodyPr>
          <a:lstStyle/>
          <a:p>
            <a:pPr algn="ctr">
              <a:buNone/>
            </a:pPr>
            <a:endParaRPr lang="zh-CN" altLang="en-US" dirty="0" err="1"/>
          </a:p>
        </p:txBody>
      </p:sp>
      <p:sp>
        <p:nvSpPr>
          <p:cNvPr id="2" name="标题 1">
            <a:extLst>
              <a:ext uri="{FF2B5EF4-FFF2-40B4-BE49-F238E27FC236}">
                <a16:creationId xmlns:a16="http://schemas.microsoft.com/office/drawing/2014/main" id="{D20A390F-FF93-50D7-912E-A963B0286A82}"/>
              </a:ext>
            </a:extLst>
          </p:cNvPr>
          <p:cNvSpPr txBox="1">
            <a:spLocks/>
          </p:cNvSpPr>
          <p:nvPr/>
        </p:nvSpPr>
        <p:spPr>
          <a:xfrm>
            <a:off x="3764607" y="115848"/>
            <a:ext cx="8030344" cy="1052736"/>
          </a:xfrm>
          <a:prstGeom prst="rect">
            <a:avLst/>
          </a:prstGeom>
        </p:spPr>
        <p:txBody>
          <a:bodyPr/>
          <a:lst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a:lstStyle>
          <a:p>
            <a:r>
              <a:rPr lang="en-US" altLang="zh-CN" kern="0" dirty="0">
                <a:latin typeface="Arial" panose="020B0604020202020204" pitchFamily="34" charset="0"/>
                <a:ea typeface="黑体" panose="02010609060101010101" pitchFamily="49" charset="-122"/>
              </a:rPr>
              <a:t>Methodology </a:t>
            </a:r>
            <a:r>
              <a:rPr lang="en-US" altLang="zh-CN" kern="0" dirty="0"/>
              <a:t>Derivation</a:t>
            </a:r>
            <a:endParaRPr lang="zh-CN" altLang="en-US" kern="0" dirty="0">
              <a:latin typeface="Arial" panose="020B0604020202020204" pitchFamily="34" charset="0"/>
              <a:ea typeface="黑体" panose="02010609060101010101" pitchFamily="49" charset="-122"/>
            </a:endParaRPr>
          </a:p>
        </p:txBody>
      </p:sp>
      <p:sp>
        <p:nvSpPr>
          <p:cNvPr id="23" name="文本框 22">
            <a:extLst>
              <a:ext uri="{FF2B5EF4-FFF2-40B4-BE49-F238E27FC236}">
                <a16:creationId xmlns:a16="http://schemas.microsoft.com/office/drawing/2014/main" id="{AF68A948-6B73-47D7-90ED-2B1D14ED010F}"/>
              </a:ext>
            </a:extLst>
          </p:cNvPr>
          <p:cNvSpPr txBox="1"/>
          <p:nvPr/>
        </p:nvSpPr>
        <p:spPr>
          <a:xfrm>
            <a:off x="217663" y="1263683"/>
            <a:ext cx="5497205" cy="461665"/>
          </a:xfrm>
          <a:prstGeom prst="rect">
            <a:avLst/>
          </a:prstGeom>
          <a:noFill/>
        </p:spPr>
        <p:txBody>
          <a:bodyPr wrap="square">
            <a:spAutoFit/>
          </a:bodyPr>
          <a:lstStyle/>
          <a:p>
            <a:r>
              <a:rPr lang="en-US" altLang="zh-CN" sz="2400" b="1" dirty="0">
                <a:solidFill>
                  <a:srgbClr val="FF0000"/>
                </a:solidFill>
              </a:rPr>
              <a:t>Definition of Credibility</a:t>
            </a:r>
            <a:endParaRPr lang="zh-CN" altLang="en-US" sz="2400" b="1" dirty="0">
              <a:solidFill>
                <a:srgbClr val="FF0000"/>
              </a:solidFill>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B521A1FA-ADA0-40B3-9435-D1773DC1AF75}"/>
                  </a:ext>
                </a:extLst>
              </p:cNvPr>
              <p:cNvSpPr txBox="1"/>
              <p:nvPr/>
            </p:nvSpPr>
            <p:spPr>
              <a:xfrm>
                <a:off x="1755757" y="2263930"/>
                <a:ext cx="8910348" cy="10895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𝑃</m:t>
                          </m:r>
                        </m:e>
                        <m:sub>
                          <m:r>
                            <a:rPr lang="zh-CN" altLang="en-US" sz="2400" i="1">
                              <a:solidFill>
                                <a:schemeClr val="tx1"/>
                              </a:solidFill>
                              <a:latin typeface="Cambria Math" panose="02040503050406030204" pitchFamily="18" charset="0"/>
                            </a:rPr>
                            <m:t>𝑐𝑜𝑛𝑓𝑖𝑑𝑒𝑛𝑐𝑒</m:t>
                          </m:r>
                        </m:sub>
                      </m:sSub>
                      <m:d>
                        <m:dPr>
                          <m:ctrlPr>
                            <a:rPr lang="en-US" altLang="zh-CN" sz="2400" b="0" i="1" smtClean="0">
                              <a:solidFill>
                                <a:schemeClr val="tx1"/>
                              </a:solidFill>
                              <a:latin typeface="Cambria Math" panose="02040503050406030204" pitchFamily="18" charset="0"/>
                            </a:rPr>
                          </m:ctrlPr>
                        </m:dPr>
                        <m:e>
                          <m:sSub>
                            <m:sSubPr>
                              <m:ctrlPr>
                                <a:rPr lang="zh-CN" altLang="en-US"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zh-CN" altLang="en-US" sz="2400" i="1">
                                  <a:solidFill>
                                    <a:schemeClr val="tx1"/>
                                  </a:solidFill>
                                  <a:latin typeface="Cambria Math" panose="02040503050406030204" pitchFamily="18" charset="0"/>
                                </a:rPr>
                                <m:t>𝑡</m:t>
                              </m:r>
                              <m:r>
                                <a:rPr lang="zh-CN" altLang="en-US" sz="240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𝑗</m:t>
                              </m:r>
                            </m:sub>
                          </m:sSub>
                        </m:e>
                        <m:e>
                          <m:sSub>
                            <m:sSubPr>
                              <m:ctrlPr>
                                <a:rPr lang="zh-CN" altLang="en-US" sz="2400" i="1">
                                  <a:solidFill>
                                    <a:schemeClr val="tx1"/>
                                  </a:solidFill>
                                  <a:latin typeface="Cambria Math" panose="02040503050406030204" pitchFamily="18" charset="0"/>
                                </a:rPr>
                              </m:ctrlPr>
                            </m:sSubPr>
                            <m:e>
                              <m:sSub>
                                <m:sSubPr>
                                  <m:ctrlPr>
                                    <a:rPr lang="zh-CN" altLang="en-US"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zh-CN" altLang="en-US" sz="2400" i="1">
                                      <a:solidFill>
                                        <a:schemeClr val="tx1"/>
                                      </a:solidFill>
                                      <a:latin typeface="Cambria Math" panose="02040503050406030204" pitchFamily="18" charset="0"/>
                                    </a:rPr>
                                    <m:t>𝑡</m:t>
                                  </m:r>
                                  <m:r>
                                    <a:rPr lang="zh-CN" altLang="en-US" sz="2400">
                                      <a:solidFill>
                                        <a:schemeClr val="tx1"/>
                                      </a:solidFill>
                                      <a:latin typeface="Cambria Math" panose="02040503050406030204" pitchFamily="18" charset="0"/>
                                    </a:rPr>
                                    <m:t>−1,</m:t>
                                  </m:r>
                                  <m:r>
                                    <m:rPr>
                                      <m:sty m:val="p"/>
                                    </m:rPr>
                                    <a:rPr lang="zh-CN" altLang="en-US" sz="2400">
                                      <a:solidFill>
                                        <a:schemeClr val="tx1"/>
                                      </a:solidFill>
                                      <a:latin typeface="Cambria Math" panose="02040503050406030204" pitchFamily="18" charset="0"/>
                                    </a:rPr>
                                    <m:t>i</m:t>
                                  </m:r>
                                  <m:r>
                                    <a:rPr lang="en-US" altLang="zh-CN" sz="2400" i="1">
                                      <a:solidFill>
                                        <a:schemeClr val="tx1"/>
                                      </a:solidFill>
                                      <a:latin typeface="Cambria Math" panose="02040503050406030204" pitchFamily="18" charset="0"/>
                                    </a:rPr>
                                    <m:t> </m:t>
                                  </m:r>
                                </m:sub>
                              </m:sSub>
                              <m:r>
                                <a:rPr lang="en-US" altLang="zh-CN" sz="2400" i="1">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𝑧</m:t>
                              </m:r>
                            </m:e>
                            <m:sub>
                              <m:r>
                                <a:rPr lang="zh-CN" altLang="en-US" sz="2400" i="1">
                                  <a:solidFill>
                                    <a:schemeClr val="tx1"/>
                                  </a:solidFill>
                                  <a:latin typeface="Cambria Math" panose="02040503050406030204" pitchFamily="18" charset="0"/>
                                </a:rPr>
                                <m:t>𝑡</m:t>
                              </m:r>
                            </m:sub>
                          </m:sSub>
                        </m:e>
                      </m:d>
                      <m:r>
                        <a:rPr lang="en-US" altLang="zh-CN" sz="2400" b="0" i="1" smtClean="0">
                          <a:solidFill>
                            <a:schemeClr val="tx1"/>
                          </a:solidFill>
                          <a:latin typeface="Cambria Math" panose="02040503050406030204" pitchFamily="18" charset="0"/>
                        </a:rPr>
                        <m:t>=</m:t>
                      </m:r>
                    </m:oMath>
                  </m:oMathPara>
                </a14:m>
                <a:endParaRPr lang="en-US" altLang="zh-CN" sz="2400" b="0" i="1" dirty="0">
                  <a:solidFill>
                    <a:schemeClr val="tx1"/>
                  </a:solidFill>
                  <a:latin typeface="Cambria Math" panose="02040503050406030204" pitchFamily="18" charset="0"/>
                </a:endParaRPr>
              </a:p>
              <a:p>
                <a14:m>
                  <m:oMath xmlns:m="http://schemas.openxmlformats.org/officeDocument/2006/math">
                    <m:r>
                      <a:rPr lang="zh-CN" altLang="en-US" sz="2400" i="1" smtClean="0">
                        <a:solidFill>
                          <a:schemeClr val="tx1"/>
                        </a:solidFill>
                        <a:latin typeface="Cambria Math" panose="02040503050406030204" pitchFamily="18" charset="0"/>
                      </a:rPr>
                      <m:t> </m:t>
                    </m:r>
                    <m:r>
                      <a:rPr lang="zh-CN" altLang="en-US" sz="2400" i="1">
                        <a:solidFill>
                          <a:schemeClr val="tx1"/>
                        </a:solidFill>
                        <a:latin typeface="Cambria Math" panose="02040503050406030204" pitchFamily="18" charset="0"/>
                      </a:rPr>
                      <m:t>𝑃</m:t>
                    </m:r>
                    <m:d>
                      <m:dPr>
                        <m:ctrlPr>
                          <a:rPr lang="zh-CN" altLang="en-US" sz="2400" i="1">
                            <a:solidFill>
                              <a:schemeClr val="tx1"/>
                            </a:solidFill>
                            <a:latin typeface="Cambria Math" panose="02040503050406030204" pitchFamily="18" charset="0"/>
                          </a:rPr>
                        </m:ctrlPr>
                      </m:dPr>
                      <m:e>
                        <m:sSub>
                          <m:sSubPr>
                            <m:ctrlPr>
                              <a:rPr lang="zh-CN" altLang="en-US"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𝑧</m:t>
                            </m:r>
                          </m:e>
                          <m:sub>
                            <m:r>
                              <a:rPr lang="zh-CN" altLang="en-US" sz="2400" i="1">
                                <a:solidFill>
                                  <a:schemeClr val="tx1"/>
                                </a:solidFill>
                                <a:latin typeface="Cambria Math" panose="02040503050406030204" pitchFamily="18" charset="0"/>
                              </a:rPr>
                              <m:t>𝑡</m:t>
                            </m:r>
                          </m:sub>
                        </m:sSub>
                        <m:d>
                          <m:dPr>
                            <m:begChr m:val="|"/>
                            <m:endChr m:val=""/>
                            <m:ctrlPr>
                              <a:rPr lang="zh-CN" altLang="en-US" sz="2400" i="1">
                                <a:solidFill>
                                  <a:schemeClr val="tx1"/>
                                </a:solidFill>
                                <a:latin typeface="Cambria Math" panose="02040503050406030204" pitchFamily="18" charset="0"/>
                              </a:rPr>
                            </m:ctrlPr>
                          </m:dPr>
                          <m:e>
                            <m:sSub>
                              <m:sSubPr>
                                <m:ctrlPr>
                                  <a:rPr lang="zh-CN" altLang="en-US"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zh-CN" altLang="en-US" sz="2400" i="1">
                                    <a:solidFill>
                                      <a:schemeClr val="tx1"/>
                                    </a:solidFill>
                                    <a:latin typeface="Cambria Math" panose="02040503050406030204" pitchFamily="18" charset="0"/>
                                  </a:rPr>
                                  <m:t>𝑡</m:t>
                                </m:r>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𝑗</m:t>
                                </m:r>
                              </m:sub>
                            </m:sSub>
                          </m:e>
                        </m:d>
                      </m:e>
                    </m:d>
                    <m:r>
                      <a:rPr lang="zh-CN" altLang="en-US" sz="2400" i="0">
                        <a:solidFill>
                          <a:schemeClr val="tx1"/>
                        </a:solidFill>
                        <a:latin typeface="Cambria Math" panose="02040503050406030204" pitchFamily="18" charset="0"/>
                      </a:rPr>
                      <m:t>×</m:t>
                    </m:r>
                    <m:r>
                      <m:rPr>
                        <m:sty m:val="p"/>
                      </m:rPr>
                      <a:rPr lang="en-US" altLang="zh-CN" sz="2400" b="0" i="0" smtClean="0">
                        <a:solidFill>
                          <a:schemeClr val="tx1"/>
                        </a:solidFill>
                        <a:latin typeface="Cambria Math" panose="02040503050406030204" pitchFamily="18" charset="0"/>
                      </a:rPr>
                      <m:t>P</m:t>
                    </m:r>
                    <m:d>
                      <m:dPr>
                        <m:ctrlPr>
                          <a:rPr lang="zh-CN" altLang="en-US" sz="2400" i="1">
                            <a:solidFill>
                              <a:schemeClr val="tx1"/>
                            </a:solidFill>
                            <a:latin typeface="Cambria Math" panose="02040503050406030204" pitchFamily="18" charset="0"/>
                          </a:rPr>
                        </m:ctrlPr>
                      </m:dPr>
                      <m:e>
                        <m:sSub>
                          <m:sSubPr>
                            <m:ctrlPr>
                              <a:rPr lang="zh-CN" altLang="en-US" sz="2400" i="1">
                                <a:solidFill>
                                  <a:schemeClr val="tx1"/>
                                </a:solidFill>
                                <a:latin typeface="Cambria Math" panose="02040503050406030204" pitchFamily="18" charset="0"/>
                              </a:rPr>
                            </m:ctrlPr>
                          </m:sSubPr>
                          <m:e>
                            <m:sSub>
                              <m:sSubPr>
                                <m:ctrlPr>
                                  <a:rPr lang="zh-CN" altLang="en-US"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zh-CN" altLang="en-US" sz="2400" i="1">
                                    <a:solidFill>
                                      <a:schemeClr val="tx1"/>
                                    </a:solidFill>
                                    <a:latin typeface="Cambria Math" panose="02040503050406030204" pitchFamily="18" charset="0"/>
                                  </a:rPr>
                                  <m:t>𝑡</m:t>
                                </m:r>
                                <m:r>
                                  <a:rPr lang="zh-CN" altLang="en-US" sz="240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𝑗</m:t>
                                </m:r>
                              </m:sub>
                            </m:sSub>
                            <m:d>
                              <m:dPr>
                                <m:begChr m:val="|"/>
                                <m:endChr m:val=""/>
                                <m:ctrlPr>
                                  <a:rPr lang="zh-CN" altLang="en-US" sz="2400" i="1">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𝑥</m:t>
                                </m:r>
                              </m:e>
                            </m:d>
                          </m:e>
                          <m:sub>
                            <m:r>
                              <a:rPr lang="zh-CN" altLang="en-US" sz="2400" i="1">
                                <a:solidFill>
                                  <a:schemeClr val="tx1"/>
                                </a:solidFill>
                                <a:latin typeface="Cambria Math" panose="02040503050406030204" pitchFamily="18" charset="0"/>
                              </a:rPr>
                              <m:t>𝑡</m:t>
                            </m:r>
                            <m:r>
                              <a:rPr lang="zh-CN" altLang="en-US" sz="2400">
                                <a:solidFill>
                                  <a:schemeClr val="tx1"/>
                                </a:solidFill>
                                <a:latin typeface="Cambria Math" panose="02040503050406030204" pitchFamily="18" charset="0"/>
                              </a:rPr>
                              <m:t>−1,</m:t>
                            </m:r>
                            <m:r>
                              <a:rPr lang="zh-CN" altLang="en-US" sz="2400" i="1">
                                <a:solidFill>
                                  <a:schemeClr val="tx1"/>
                                </a:solidFill>
                                <a:latin typeface="Cambria Math" panose="02040503050406030204" pitchFamily="18" charset="0"/>
                              </a:rPr>
                              <m:t>𝑖</m:t>
                            </m:r>
                          </m:sub>
                        </m:sSub>
                      </m:e>
                    </m:d>
                    <m:r>
                      <a:rPr lang="zh-CN" altLang="en-US" sz="2400" i="0" smtClean="0">
                        <a:solidFill>
                          <a:schemeClr val="tx1"/>
                        </a:solidFill>
                        <a:latin typeface="Cambria Math" panose="02040503050406030204" pitchFamily="18" charset="0"/>
                      </a:rPr>
                      <m:t>×</m:t>
                    </m:r>
                  </m:oMath>
                </a14:m>
                <a:r>
                  <a:rPr lang="zh-CN" altLang="en-US" sz="2400" dirty="0">
                    <a:solidFill>
                      <a:schemeClr val="tx1"/>
                    </a:solidFill>
                  </a:rPr>
                  <a:t> </a:t>
                </a:r>
                <a14:m>
                  <m:oMath xmlns:m="http://schemas.openxmlformats.org/officeDocument/2006/math">
                    <m:sSub>
                      <m:sSubPr>
                        <m:ctrlPr>
                          <a:rPr lang="zh-CN" altLang="en-US"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𝑃</m:t>
                        </m:r>
                      </m:e>
                      <m:sub>
                        <m:r>
                          <a:rPr lang="zh-CN" altLang="en-US" sz="2400" i="1">
                            <a:solidFill>
                              <a:schemeClr val="tx1"/>
                            </a:solidFill>
                            <a:latin typeface="Cambria Math" panose="02040503050406030204" pitchFamily="18" charset="0"/>
                          </a:rPr>
                          <m:t>𝑐𝑜𝑛𝑓𝑖𝑑𝑒𝑛𝑐𝑒</m:t>
                        </m:r>
                      </m:sub>
                    </m:sSub>
                    <m:d>
                      <m:dPr>
                        <m:ctrlPr>
                          <a:rPr lang="en-US" altLang="zh-CN" sz="2400" i="1">
                            <a:solidFill>
                              <a:schemeClr val="tx1"/>
                            </a:solidFill>
                            <a:latin typeface="Cambria Math" panose="02040503050406030204" pitchFamily="18" charset="0"/>
                          </a:rPr>
                        </m:ctrlPr>
                      </m:dPr>
                      <m:e>
                        <m:sSub>
                          <m:sSubPr>
                            <m:ctrlPr>
                              <a:rPr lang="zh-CN" altLang="en-US"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zh-CN" altLang="en-US" sz="2400" i="1">
                                <a:solidFill>
                                  <a:schemeClr val="tx1"/>
                                </a:solidFill>
                                <a:latin typeface="Cambria Math" panose="02040503050406030204" pitchFamily="18" charset="0"/>
                              </a:rPr>
                              <m:t>𝑡</m:t>
                            </m:r>
                            <m:r>
                              <a:rPr lang="en-US" altLang="zh-CN" sz="2400" b="0" i="1" smtClean="0">
                                <a:solidFill>
                                  <a:schemeClr val="tx1"/>
                                </a:solidFill>
                                <a:latin typeface="Cambria Math" panose="02040503050406030204" pitchFamily="18" charset="0"/>
                              </a:rPr>
                              <m:t>−1</m:t>
                            </m:r>
                            <m:r>
                              <a:rPr lang="zh-CN" altLang="en-US" sz="240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𝑗</m:t>
                            </m:r>
                          </m:sub>
                        </m:sSub>
                      </m:e>
                      <m:e>
                        <m:sSub>
                          <m:sSubPr>
                            <m:ctrlPr>
                              <a:rPr lang="zh-CN" altLang="en-US" sz="2400" i="1">
                                <a:solidFill>
                                  <a:schemeClr val="tx1"/>
                                </a:solidFill>
                                <a:latin typeface="Cambria Math" panose="02040503050406030204" pitchFamily="18" charset="0"/>
                              </a:rPr>
                            </m:ctrlPr>
                          </m:sSubPr>
                          <m:e>
                            <m:sSub>
                              <m:sSubPr>
                                <m:ctrlPr>
                                  <a:rPr lang="zh-CN" altLang="en-US"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zh-CN" altLang="en-US" sz="2400" i="1">
                                    <a:solidFill>
                                      <a:schemeClr val="tx1"/>
                                    </a:solidFill>
                                    <a:latin typeface="Cambria Math" panose="02040503050406030204" pitchFamily="18" charset="0"/>
                                  </a:rPr>
                                  <m:t>𝑡</m:t>
                                </m:r>
                                <m:r>
                                  <a:rPr lang="zh-CN" altLang="en-US" sz="2400">
                                    <a:solidFill>
                                      <a:schemeClr val="tx1"/>
                                    </a:solidFill>
                                    <a:latin typeface="Cambria Math" panose="02040503050406030204" pitchFamily="18" charset="0"/>
                                  </a:rPr>
                                  <m:t>−</m:t>
                                </m:r>
                                <m:r>
                                  <a:rPr lang="en-US" altLang="zh-CN" sz="2400" b="0" i="0" smtClean="0">
                                    <a:solidFill>
                                      <a:schemeClr val="tx1"/>
                                    </a:solidFill>
                                    <a:latin typeface="Cambria Math" panose="02040503050406030204" pitchFamily="18" charset="0"/>
                                  </a:rPr>
                                  <m:t>2</m:t>
                                </m:r>
                                <m:r>
                                  <a:rPr lang="zh-CN" altLang="en-US" sz="2400">
                                    <a:solidFill>
                                      <a:schemeClr val="tx1"/>
                                    </a:solidFill>
                                    <a:latin typeface="Cambria Math" panose="02040503050406030204" pitchFamily="18" charset="0"/>
                                  </a:rPr>
                                  <m:t>,</m:t>
                                </m:r>
                                <m:r>
                                  <m:rPr>
                                    <m:sty m:val="p"/>
                                  </m:rPr>
                                  <a:rPr lang="zh-CN" altLang="en-US" sz="2400">
                                    <a:solidFill>
                                      <a:schemeClr val="tx1"/>
                                    </a:solidFill>
                                    <a:latin typeface="Cambria Math" panose="02040503050406030204" pitchFamily="18" charset="0"/>
                                  </a:rPr>
                                  <m:t>i</m:t>
                                </m:r>
                                <m:r>
                                  <a:rPr lang="en-US" altLang="zh-CN" sz="2400" i="1">
                                    <a:solidFill>
                                      <a:schemeClr val="tx1"/>
                                    </a:solidFill>
                                    <a:latin typeface="Cambria Math" panose="02040503050406030204" pitchFamily="18" charset="0"/>
                                  </a:rPr>
                                  <m:t> </m:t>
                                </m:r>
                              </m:sub>
                            </m:sSub>
                            <m:r>
                              <a:rPr lang="en-US" altLang="zh-CN" sz="2400" i="1">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𝑧</m:t>
                            </m:r>
                          </m:e>
                          <m:sub>
                            <m:r>
                              <a:rPr lang="zh-CN" altLang="en-US" sz="2400" i="1">
                                <a:solidFill>
                                  <a:schemeClr val="tx1"/>
                                </a:solidFill>
                                <a:latin typeface="Cambria Math" panose="02040503050406030204" pitchFamily="18" charset="0"/>
                              </a:rPr>
                              <m:t>𝑡</m:t>
                            </m:r>
                            <m:r>
                              <a:rPr lang="en-US" altLang="zh-CN" sz="2400" b="0" i="1" smtClean="0">
                                <a:solidFill>
                                  <a:schemeClr val="tx1"/>
                                </a:solidFill>
                                <a:latin typeface="Cambria Math" panose="02040503050406030204" pitchFamily="18" charset="0"/>
                              </a:rPr>
                              <m:t>−1</m:t>
                            </m:r>
                          </m:sub>
                        </m:sSub>
                      </m:e>
                    </m:d>
                  </m:oMath>
                </a14:m>
                <a:endParaRPr lang="zh-CN" altLang="en-US" sz="2400" dirty="0"/>
              </a:p>
            </p:txBody>
          </p:sp>
        </mc:Choice>
        <mc:Fallback xmlns="">
          <p:sp>
            <p:nvSpPr>
              <p:cNvPr id="26" name="文本框 25">
                <a:extLst>
                  <a:ext uri="{FF2B5EF4-FFF2-40B4-BE49-F238E27FC236}">
                    <a16:creationId xmlns:a16="http://schemas.microsoft.com/office/drawing/2014/main" id="{B521A1FA-ADA0-40B3-9435-D1773DC1AF75}"/>
                  </a:ext>
                </a:extLst>
              </p:cNvPr>
              <p:cNvSpPr txBox="1">
                <a:spLocks noRot="1" noChangeAspect="1" noMove="1" noResize="1" noEditPoints="1" noAdjustHandles="1" noChangeArrowheads="1" noChangeShapeType="1" noTextEdit="1"/>
              </p:cNvSpPr>
              <p:nvPr/>
            </p:nvSpPr>
            <p:spPr>
              <a:xfrm>
                <a:off x="1755757" y="2263930"/>
                <a:ext cx="8910348" cy="108959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1834D83-920F-4631-A3E7-3FE131BE5732}"/>
                  </a:ext>
                </a:extLst>
              </p:cNvPr>
              <p:cNvSpPr txBox="1"/>
              <p:nvPr/>
            </p:nvSpPr>
            <p:spPr>
              <a:xfrm>
                <a:off x="5578599" y="3839953"/>
                <a:ext cx="6448792" cy="645048"/>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𝑃</m:t>
                    </m:r>
                    <m:d>
                      <m:dPr>
                        <m:ctrlPr>
                          <a:rPr lang="zh-CN" altLang="en-US" sz="2400" i="1">
                            <a:solidFill>
                              <a:srgbClr val="836967"/>
                            </a:solidFill>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1">
                                <a:latin typeface="Cambria Math" panose="02040503050406030204" pitchFamily="18" charset="0"/>
                              </a:rPr>
                              <m:t>𝑡</m:t>
                            </m:r>
                          </m:sub>
                        </m:sSub>
                        <m:d>
                          <m:dPr>
                            <m:begChr m:val="|"/>
                            <m:endChr m:val=""/>
                            <m:ctrlPr>
                              <a:rPr lang="zh-CN" altLang="en-US" sz="2400" i="1">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1">
                                    <a:latin typeface="Cambria Math" panose="02040503050406030204" pitchFamily="18" charset="0"/>
                                  </a:rPr>
                                  <m:t>𝑡</m:t>
                                </m:r>
                                <m:r>
                                  <a:rPr lang="zh-CN" altLang="en-US" sz="2400" i="0">
                                    <a:latin typeface="Cambria Math" panose="02040503050406030204" pitchFamily="18" charset="0"/>
                                  </a:rPr>
                                  <m:t>,</m:t>
                                </m:r>
                                <m:r>
                                  <a:rPr lang="zh-CN" altLang="en-US" sz="2400" i="1">
                                    <a:latin typeface="Cambria Math" panose="02040503050406030204" pitchFamily="18" charset="0"/>
                                  </a:rPr>
                                  <m:t>𝑗</m:t>
                                </m:r>
                              </m:sub>
                            </m:sSub>
                          </m:e>
                        </m:d>
                      </m:e>
                    </m:d>
                  </m:oMath>
                </a14:m>
                <a:r>
                  <a:rPr lang="en-US" altLang="zh-CN" sz="2400" dirty="0"/>
                  <a:t> : measurement probability</a:t>
                </a:r>
                <a:endParaRPr lang="zh-CN" altLang="en-US" sz="2400" dirty="0"/>
              </a:p>
            </p:txBody>
          </p:sp>
        </mc:Choice>
        <mc:Fallback xmlns="">
          <p:sp>
            <p:nvSpPr>
              <p:cNvPr id="28" name="文本框 27">
                <a:extLst>
                  <a:ext uri="{FF2B5EF4-FFF2-40B4-BE49-F238E27FC236}">
                    <a16:creationId xmlns:a16="http://schemas.microsoft.com/office/drawing/2014/main" id="{71834D83-920F-4631-A3E7-3FE131BE5732}"/>
                  </a:ext>
                </a:extLst>
              </p:cNvPr>
              <p:cNvSpPr txBox="1">
                <a:spLocks noRot="1" noChangeAspect="1" noMove="1" noResize="1" noEditPoints="1" noAdjustHandles="1" noChangeArrowheads="1" noChangeShapeType="1" noTextEdit="1"/>
              </p:cNvSpPr>
              <p:nvPr/>
            </p:nvSpPr>
            <p:spPr>
              <a:xfrm>
                <a:off x="5578599" y="3839953"/>
                <a:ext cx="6448792" cy="645048"/>
              </a:xfrm>
              <a:prstGeom prst="rect">
                <a:avLst/>
              </a:prstGeom>
              <a:blipFill>
                <a:blip r:embed="rId5"/>
                <a:stretch>
                  <a:fillRect b="-66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597BBFC7-C0FB-47A7-A7D8-A2C956CCEDF9}"/>
                  </a:ext>
                </a:extLst>
              </p:cNvPr>
              <p:cNvSpPr txBox="1"/>
              <p:nvPr/>
            </p:nvSpPr>
            <p:spPr>
              <a:xfrm>
                <a:off x="5869075" y="4749799"/>
                <a:ext cx="6105262" cy="664093"/>
              </a:xfrm>
              <a:prstGeom prst="rect">
                <a:avLst/>
              </a:prstGeom>
              <a:noFill/>
            </p:spPr>
            <p:txBody>
              <a:bodyPr wrap="square">
                <a:spAutoFit/>
              </a:bodyPr>
              <a:lstStyle/>
              <a:p>
                <a14:m>
                  <m:oMath xmlns:m="http://schemas.openxmlformats.org/officeDocument/2006/math">
                    <m:r>
                      <m:rPr>
                        <m:sty m:val="p"/>
                      </m:rPr>
                      <a:rPr lang="en-US" altLang="zh-CN" sz="2400">
                        <a:latin typeface="Cambria Math" panose="02040503050406030204" pitchFamily="18" charset="0"/>
                      </a:rPr>
                      <m:t>P</m:t>
                    </m:r>
                    <m:d>
                      <m:dPr>
                        <m:ctrlPr>
                          <a:rPr lang="zh-CN" altLang="en-US" sz="2400" i="1">
                            <a:solidFill>
                              <a:srgbClr val="836967"/>
                            </a:solidFill>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1">
                                    <a:latin typeface="Cambria Math" panose="02040503050406030204" pitchFamily="18" charset="0"/>
                                  </a:rPr>
                                  <m:t>𝑡</m:t>
                                </m:r>
                                <m:r>
                                  <a:rPr lang="zh-CN" altLang="en-US" sz="2400">
                                    <a:latin typeface="Cambria Math" panose="02040503050406030204" pitchFamily="18" charset="0"/>
                                  </a:rPr>
                                  <m:t>,</m:t>
                                </m:r>
                                <m:r>
                                  <a:rPr lang="zh-CN" altLang="en-US" sz="2400" i="1">
                                    <a:latin typeface="Cambria Math" panose="02040503050406030204" pitchFamily="18" charset="0"/>
                                  </a:rPr>
                                  <m:t>𝑗</m:t>
                                </m:r>
                              </m:sub>
                            </m:sSub>
                            <m:d>
                              <m:dPr>
                                <m:begChr m:val="|"/>
                                <m:endChr m:val=""/>
                                <m:ctrlPr>
                                  <a:rPr lang="zh-CN" altLang="en-US" sz="2400" i="1">
                                    <a:latin typeface="Cambria Math" panose="02040503050406030204" pitchFamily="18" charset="0"/>
                                  </a:rPr>
                                </m:ctrlPr>
                              </m:dPr>
                              <m:e>
                                <m:r>
                                  <a:rPr lang="zh-CN" altLang="en-US" sz="2400" i="1">
                                    <a:latin typeface="Cambria Math" panose="02040503050406030204" pitchFamily="18" charset="0"/>
                                  </a:rPr>
                                  <m:t>𝑧</m:t>
                                </m:r>
                              </m:e>
                            </m:d>
                          </m:e>
                          <m:sub>
                            <m:r>
                              <a:rPr lang="zh-CN" altLang="en-US" sz="2400" i="1">
                                <a:latin typeface="Cambria Math" panose="02040503050406030204" pitchFamily="18" charset="0"/>
                              </a:rPr>
                              <m:t>𝑡</m:t>
                            </m:r>
                            <m:r>
                              <a:rPr lang="zh-CN" altLang="en-US" sz="2400">
                                <a:latin typeface="Cambria Math" panose="02040503050406030204" pitchFamily="18" charset="0"/>
                              </a:rPr>
                              <m:t>−1,</m:t>
                            </m:r>
                            <m:r>
                              <a:rPr lang="zh-CN" altLang="en-US" sz="2400" i="1">
                                <a:latin typeface="Cambria Math" panose="02040503050406030204" pitchFamily="18" charset="0"/>
                              </a:rPr>
                              <m:t>𝑖</m:t>
                            </m:r>
                          </m:sub>
                        </m:sSub>
                      </m:e>
                    </m:d>
                  </m:oMath>
                </a14:m>
                <a:r>
                  <a:rPr lang="zh-CN" altLang="en-US" sz="2400" dirty="0"/>
                  <a:t> </a:t>
                </a:r>
                <a:r>
                  <a:rPr lang="en-US" altLang="zh-CN" sz="2400" dirty="0"/>
                  <a:t>: transfer probability</a:t>
                </a:r>
                <a:endParaRPr lang="zh-CN" altLang="en-US" sz="2400" dirty="0"/>
              </a:p>
            </p:txBody>
          </p:sp>
        </mc:Choice>
        <mc:Fallback xmlns="">
          <p:sp>
            <p:nvSpPr>
              <p:cNvPr id="30" name="文本框 29">
                <a:extLst>
                  <a:ext uri="{FF2B5EF4-FFF2-40B4-BE49-F238E27FC236}">
                    <a16:creationId xmlns:a16="http://schemas.microsoft.com/office/drawing/2014/main" id="{597BBFC7-C0FB-47A7-A7D8-A2C956CCEDF9}"/>
                  </a:ext>
                </a:extLst>
              </p:cNvPr>
              <p:cNvSpPr txBox="1">
                <a:spLocks noRot="1" noChangeAspect="1" noMove="1" noResize="1" noEditPoints="1" noAdjustHandles="1" noChangeArrowheads="1" noChangeShapeType="1" noTextEdit="1"/>
              </p:cNvSpPr>
              <p:nvPr/>
            </p:nvSpPr>
            <p:spPr>
              <a:xfrm>
                <a:off x="5869075" y="4749799"/>
                <a:ext cx="6105262" cy="664093"/>
              </a:xfrm>
              <a:prstGeom prst="rect">
                <a:avLst/>
              </a:prstGeom>
              <a:blipFill>
                <a:blip r:embed="rId6"/>
                <a:stretch>
                  <a:fillRect b="-36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D3983FD-5C8F-41A3-82C9-7C4373CEABDE}"/>
                  </a:ext>
                </a:extLst>
              </p:cNvPr>
              <p:cNvSpPr txBox="1"/>
              <p:nvPr/>
            </p:nvSpPr>
            <p:spPr>
              <a:xfrm>
                <a:off x="4628835" y="5678691"/>
                <a:ext cx="7783766" cy="517834"/>
              </a:xfrm>
              <a:prstGeom prst="rect">
                <a:avLst/>
              </a:prstGeom>
              <a:noFill/>
            </p:spPr>
            <p:txBody>
              <a:bodyPr wrap="square">
                <a:spAutoFit/>
              </a:bodyPr>
              <a:lstStyle/>
              <a:p>
                <a14:m>
                  <m:oMath xmlns:m="http://schemas.openxmlformats.org/officeDocument/2006/math">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𝑃</m:t>
                        </m:r>
                      </m:e>
                      <m:sub>
                        <m:r>
                          <a:rPr lang="zh-CN" altLang="en-US" sz="2400" i="1">
                            <a:latin typeface="Cambria Math" panose="02040503050406030204" pitchFamily="18" charset="0"/>
                          </a:rPr>
                          <m:t>𝑐𝑜𝑛𝑓𝑖𝑑𝑒𝑛𝑐𝑒</m:t>
                        </m:r>
                      </m:sub>
                    </m:sSub>
                    <m:d>
                      <m:dPr>
                        <m:ctrlPr>
                          <a:rPr lang="en-US" altLang="zh-CN" sz="2400" i="1">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1">
                                <a:latin typeface="Cambria Math" panose="02040503050406030204" pitchFamily="18" charset="0"/>
                              </a:rPr>
                              <m:t>𝑡</m:t>
                            </m:r>
                            <m:r>
                              <a:rPr lang="zh-CN" altLang="en-US" sz="2400">
                                <a:latin typeface="Cambria Math" panose="02040503050406030204" pitchFamily="18" charset="0"/>
                              </a:rPr>
                              <m:t>,</m:t>
                            </m:r>
                            <m:r>
                              <a:rPr lang="zh-CN" altLang="en-US" sz="2400" i="1">
                                <a:latin typeface="Cambria Math" panose="02040503050406030204" pitchFamily="18" charset="0"/>
                              </a:rPr>
                              <m:t>𝑗</m:t>
                            </m:r>
                          </m:sub>
                        </m:sSub>
                      </m:e>
                      <m:e>
                        <m:sSub>
                          <m:sSubPr>
                            <m:ctrlPr>
                              <a:rPr lang="zh-CN" altLang="en-US" sz="2400" i="1">
                                <a:solidFill>
                                  <a:srgbClr val="836967"/>
                                </a:solidFill>
                                <a:latin typeface="Cambria Math" panose="02040503050406030204" pitchFamily="18" charset="0"/>
                              </a:rPr>
                            </m:ctrlPr>
                          </m:sSub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1">
                                    <a:latin typeface="Cambria Math" panose="02040503050406030204" pitchFamily="18" charset="0"/>
                                  </a:rPr>
                                  <m:t>𝑡</m:t>
                                </m:r>
                                <m:r>
                                  <a:rPr lang="zh-CN" altLang="en-US" sz="2400">
                                    <a:latin typeface="Cambria Math" panose="02040503050406030204" pitchFamily="18" charset="0"/>
                                  </a:rPr>
                                  <m:t>−1,</m:t>
                                </m:r>
                                <m:r>
                                  <m:rPr>
                                    <m:sty m:val="p"/>
                                  </m:rPr>
                                  <a:rPr lang="zh-CN" altLang="en-US" sz="2400">
                                    <a:latin typeface="Cambria Math" panose="02040503050406030204" pitchFamily="18" charset="0"/>
                                  </a:rPr>
                                  <m:t>i</m:t>
                                </m:r>
                                <m:r>
                                  <a:rPr lang="en-US" altLang="zh-CN" sz="2400" i="1">
                                    <a:latin typeface="Cambria Math" panose="02040503050406030204" pitchFamily="18" charset="0"/>
                                  </a:rPr>
                                  <m:t> </m:t>
                                </m:r>
                              </m:sub>
                            </m:sSub>
                            <m:r>
                              <a:rPr lang="en-US" altLang="zh-CN" sz="2400" i="1">
                                <a:latin typeface="Cambria Math" panose="02040503050406030204" pitchFamily="18" charset="0"/>
                              </a:rPr>
                              <m:t>,</m:t>
                            </m:r>
                            <m:r>
                              <a:rPr lang="zh-CN" altLang="en-US" sz="2400" i="1">
                                <a:latin typeface="Cambria Math" panose="02040503050406030204" pitchFamily="18" charset="0"/>
                              </a:rPr>
                              <m:t>𝑥</m:t>
                            </m:r>
                          </m:e>
                          <m:sub>
                            <m:r>
                              <a:rPr lang="zh-CN" altLang="en-US" sz="2400" i="1">
                                <a:latin typeface="Cambria Math" panose="02040503050406030204" pitchFamily="18" charset="0"/>
                              </a:rPr>
                              <m:t>𝑡</m:t>
                            </m:r>
                          </m:sub>
                        </m:sSub>
                      </m:e>
                    </m:d>
                  </m:oMath>
                </a14:m>
                <a:r>
                  <a:rPr lang="en-US" altLang="zh-CN" sz="2400" dirty="0"/>
                  <a:t>: likelihood probability</a:t>
                </a:r>
                <a:endParaRPr lang="zh-CN" altLang="en-US" sz="2400" dirty="0"/>
              </a:p>
            </p:txBody>
          </p:sp>
        </mc:Choice>
        <mc:Fallback xmlns="">
          <p:sp>
            <p:nvSpPr>
              <p:cNvPr id="32" name="文本框 31">
                <a:extLst>
                  <a:ext uri="{FF2B5EF4-FFF2-40B4-BE49-F238E27FC236}">
                    <a16:creationId xmlns:a16="http://schemas.microsoft.com/office/drawing/2014/main" id="{0D3983FD-5C8F-41A3-82C9-7C4373CEABDE}"/>
                  </a:ext>
                </a:extLst>
              </p:cNvPr>
              <p:cNvSpPr txBox="1">
                <a:spLocks noRot="1" noChangeAspect="1" noMove="1" noResize="1" noEditPoints="1" noAdjustHandles="1" noChangeArrowheads="1" noChangeShapeType="1" noTextEdit="1"/>
              </p:cNvSpPr>
              <p:nvPr/>
            </p:nvSpPr>
            <p:spPr>
              <a:xfrm>
                <a:off x="4628835" y="5678691"/>
                <a:ext cx="7783766" cy="517834"/>
              </a:xfrm>
              <a:prstGeom prst="rect">
                <a:avLst/>
              </a:prstGeom>
              <a:blipFill>
                <a:blip r:embed="rId7"/>
                <a:stretch>
                  <a:fillRect t="-4762" b="-21429"/>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C48C8CF2-A3D2-2EDE-DF4D-E6B47D1C963E}"/>
              </a:ext>
            </a:extLst>
          </p:cNvPr>
          <p:cNvGrpSpPr/>
          <p:nvPr/>
        </p:nvGrpSpPr>
        <p:grpSpPr>
          <a:xfrm>
            <a:off x="313220" y="3800043"/>
            <a:ext cx="4424170" cy="2665220"/>
            <a:chOff x="7108700" y="2513686"/>
            <a:chExt cx="4424170" cy="2665220"/>
          </a:xfrm>
        </p:grpSpPr>
        <p:sp>
          <p:nvSpPr>
            <p:cNvPr id="4" name="椭圆 3">
              <a:extLst>
                <a:ext uri="{FF2B5EF4-FFF2-40B4-BE49-F238E27FC236}">
                  <a16:creationId xmlns:a16="http://schemas.microsoft.com/office/drawing/2014/main" id="{20C4C63B-77EB-D88D-96AC-8C74E38BFBD1}"/>
                </a:ext>
              </a:extLst>
            </p:cNvPr>
            <p:cNvSpPr/>
            <p:nvPr/>
          </p:nvSpPr>
          <p:spPr>
            <a:xfrm>
              <a:off x="9362532" y="4028866"/>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dirty="0" err="1"/>
            </a:p>
          </p:txBody>
        </p:sp>
        <p:sp>
          <p:nvSpPr>
            <p:cNvPr id="5" name="文本框 4">
              <a:extLst>
                <a:ext uri="{FF2B5EF4-FFF2-40B4-BE49-F238E27FC236}">
                  <a16:creationId xmlns:a16="http://schemas.microsoft.com/office/drawing/2014/main" id="{46654F5D-6BFF-8DEA-3370-8F039B5952FA}"/>
                </a:ext>
              </a:extLst>
            </p:cNvPr>
            <p:cNvSpPr txBox="1"/>
            <p:nvPr/>
          </p:nvSpPr>
          <p:spPr>
            <a:xfrm>
              <a:off x="8067512" y="2635573"/>
              <a:ext cx="1135582" cy="369332"/>
            </a:xfrm>
            <a:prstGeom prst="rect">
              <a:avLst/>
            </a:prstGeom>
            <a:noFill/>
          </p:spPr>
          <p:txBody>
            <a:bodyPr wrap="square" rtlCol="0" anchor="ctr" anchorCtr="1">
              <a:spAutoFit/>
            </a:bodyPr>
            <a:lstStyle/>
            <a:p>
              <a:pPr>
                <a:buNone/>
              </a:pPr>
              <a:r>
                <a:rPr lang="en-US" altLang="zh-CN" dirty="0"/>
                <a:t>epochs</a:t>
              </a:r>
              <a:endParaRPr lang="zh-CN" altLang="en-US" dirty="0"/>
            </a:p>
          </p:txBody>
        </p:sp>
        <p:grpSp>
          <p:nvGrpSpPr>
            <p:cNvPr id="6" name="组合 5">
              <a:extLst>
                <a:ext uri="{FF2B5EF4-FFF2-40B4-BE49-F238E27FC236}">
                  <a16:creationId xmlns:a16="http://schemas.microsoft.com/office/drawing/2014/main" id="{561FE888-E3CE-9912-6B7A-DCCB2928952A}"/>
                </a:ext>
              </a:extLst>
            </p:cNvPr>
            <p:cNvGrpSpPr/>
            <p:nvPr/>
          </p:nvGrpSpPr>
          <p:grpSpPr>
            <a:xfrm>
              <a:off x="9370077" y="2915223"/>
              <a:ext cx="223787" cy="417945"/>
              <a:chOff x="8299953" y="2862931"/>
              <a:chExt cx="223787" cy="417945"/>
            </a:xfrm>
          </p:grpSpPr>
          <p:sp>
            <p:nvSpPr>
              <p:cNvPr id="45" name="椭圆 44">
                <a:extLst>
                  <a:ext uri="{FF2B5EF4-FFF2-40B4-BE49-F238E27FC236}">
                    <a16:creationId xmlns:a16="http://schemas.microsoft.com/office/drawing/2014/main" id="{7FA2F3E0-25A0-7263-C345-2D85BDA2DC11}"/>
                  </a:ext>
                </a:extLst>
              </p:cNvPr>
              <p:cNvSpPr/>
              <p:nvPr/>
            </p:nvSpPr>
            <p:spPr>
              <a:xfrm>
                <a:off x="8299953" y="2862931"/>
                <a:ext cx="137386" cy="149769"/>
              </a:xfrm>
              <a:prstGeom prst="ellipse">
                <a:avLst/>
              </a:prstGeom>
              <a:solidFill>
                <a:schemeClr val="tx1"/>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EB1C5220-7241-DD99-0C2F-856196F0F85F}"/>
                      </a:ext>
                    </a:extLst>
                  </p:cNvPr>
                  <p:cNvSpPr txBox="1"/>
                  <p:nvPr/>
                </p:nvSpPr>
                <p:spPr>
                  <a:xfrm>
                    <a:off x="8299953" y="2942322"/>
                    <a:ext cx="22378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1</m:t>
                              </m:r>
                            </m:sub>
                          </m:sSub>
                        </m:oMath>
                      </m:oMathPara>
                    </a14:m>
                    <a:endParaRPr lang="zh-CN" altLang="en-US" sz="1600" dirty="0"/>
                  </a:p>
                </p:txBody>
              </p:sp>
            </mc:Choice>
            <mc:Fallback xmlns="">
              <p:sp>
                <p:nvSpPr>
                  <p:cNvPr id="107" name="文本框 106">
                    <a:extLst>
                      <a:ext uri="{FF2B5EF4-FFF2-40B4-BE49-F238E27FC236}">
                        <a16:creationId xmlns:a16="http://schemas.microsoft.com/office/drawing/2014/main" id="{B86279D8-66CE-5C7D-7863-89E49C7D8834}"/>
                      </a:ext>
                    </a:extLst>
                  </p:cNvPr>
                  <p:cNvSpPr txBox="1">
                    <a:spLocks noRot="1" noChangeAspect="1" noMove="1" noResize="1" noEditPoints="1" noAdjustHandles="1" noChangeArrowheads="1" noChangeShapeType="1" noTextEdit="1"/>
                  </p:cNvSpPr>
                  <p:nvPr/>
                </p:nvSpPr>
                <p:spPr>
                  <a:xfrm>
                    <a:off x="8299953" y="2942322"/>
                    <a:ext cx="223787" cy="338554"/>
                  </a:xfrm>
                  <a:prstGeom prst="rect">
                    <a:avLst/>
                  </a:prstGeom>
                  <a:blipFill>
                    <a:blip r:embed="rId8"/>
                    <a:stretch>
                      <a:fillRect l="-24324"/>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106866F3-095E-7AC8-D6E0-70A0E2E723CA}"/>
                </a:ext>
              </a:extLst>
            </p:cNvPr>
            <p:cNvGrpSpPr/>
            <p:nvPr/>
          </p:nvGrpSpPr>
          <p:grpSpPr>
            <a:xfrm>
              <a:off x="10197340" y="2915223"/>
              <a:ext cx="223787" cy="417945"/>
              <a:chOff x="8299953" y="2862931"/>
              <a:chExt cx="223787" cy="417945"/>
            </a:xfrm>
          </p:grpSpPr>
          <p:sp>
            <p:nvSpPr>
              <p:cNvPr id="43" name="椭圆 42">
                <a:extLst>
                  <a:ext uri="{FF2B5EF4-FFF2-40B4-BE49-F238E27FC236}">
                    <a16:creationId xmlns:a16="http://schemas.microsoft.com/office/drawing/2014/main" id="{3203860D-AE95-D2B5-8E41-5C2CF0F09F52}"/>
                  </a:ext>
                </a:extLst>
              </p:cNvPr>
              <p:cNvSpPr/>
              <p:nvPr/>
            </p:nvSpPr>
            <p:spPr>
              <a:xfrm>
                <a:off x="8299953" y="2862931"/>
                <a:ext cx="137386" cy="149769"/>
              </a:xfrm>
              <a:prstGeom prst="ellipse">
                <a:avLst/>
              </a:prstGeom>
              <a:solidFill>
                <a:schemeClr val="tx1"/>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184E4795-EAF0-EF7E-5804-020648E1665E}"/>
                      </a:ext>
                    </a:extLst>
                  </p:cNvPr>
                  <p:cNvSpPr txBox="1"/>
                  <p:nvPr/>
                </p:nvSpPr>
                <p:spPr>
                  <a:xfrm>
                    <a:off x="8299953" y="2942322"/>
                    <a:ext cx="22378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111" name="文本框 110">
                    <a:extLst>
                      <a:ext uri="{FF2B5EF4-FFF2-40B4-BE49-F238E27FC236}">
                        <a16:creationId xmlns:a16="http://schemas.microsoft.com/office/drawing/2014/main" id="{20B2A257-6C20-3762-1022-DD5BA2C197FF}"/>
                      </a:ext>
                    </a:extLst>
                  </p:cNvPr>
                  <p:cNvSpPr txBox="1">
                    <a:spLocks noRot="1" noChangeAspect="1" noMove="1" noResize="1" noEditPoints="1" noAdjustHandles="1" noChangeArrowheads="1" noChangeShapeType="1" noTextEdit="1"/>
                  </p:cNvSpPr>
                  <p:nvPr/>
                </p:nvSpPr>
                <p:spPr>
                  <a:xfrm>
                    <a:off x="8299953" y="2942322"/>
                    <a:ext cx="223787" cy="338554"/>
                  </a:xfrm>
                  <a:prstGeom prst="rect">
                    <a:avLst/>
                  </a:prstGeom>
                  <a:blipFill>
                    <a:blip r:embed="rId4"/>
                    <a:stretch>
                      <a:fillRect l="-27027"/>
                    </a:stretch>
                  </a:blipFill>
                </p:spPr>
                <p:txBody>
                  <a:bodyPr/>
                  <a:lstStyle/>
                  <a:p>
                    <a:r>
                      <a:rPr lang="zh-CN" altLang="en-US">
                        <a:noFill/>
                      </a:rPr>
                      <a:t> </a:t>
                    </a:r>
                  </a:p>
                </p:txBody>
              </p:sp>
            </mc:Fallback>
          </mc:AlternateContent>
        </p:grpSp>
        <p:grpSp>
          <p:nvGrpSpPr>
            <p:cNvPr id="9" name="组合 8">
              <a:extLst>
                <a:ext uri="{FF2B5EF4-FFF2-40B4-BE49-F238E27FC236}">
                  <a16:creationId xmlns:a16="http://schemas.microsoft.com/office/drawing/2014/main" id="{B8F83663-0FE5-91E3-9198-B8F441D9526D}"/>
                </a:ext>
              </a:extLst>
            </p:cNvPr>
            <p:cNvGrpSpPr/>
            <p:nvPr/>
          </p:nvGrpSpPr>
          <p:grpSpPr>
            <a:xfrm>
              <a:off x="11024603" y="2916412"/>
              <a:ext cx="223787" cy="417945"/>
              <a:chOff x="8299953" y="2862931"/>
              <a:chExt cx="223787" cy="417945"/>
            </a:xfrm>
          </p:grpSpPr>
          <p:sp>
            <p:nvSpPr>
              <p:cNvPr id="41" name="椭圆 40">
                <a:extLst>
                  <a:ext uri="{FF2B5EF4-FFF2-40B4-BE49-F238E27FC236}">
                    <a16:creationId xmlns:a16="http://schemas.microsoft.com/office/drawing/2014/main" id="{B28D1BCD-3432-30FB-FCCD-71405D366465}"/>
                  </a:ext>
                </a:extLst>
              </p:cNvPr>
              <p:cNvSpPr/>
              <p:nvPr/>
            </p:nvSpPr>
            <p:spPr>
              <a:xfrm>
                <a:off x="8299953" y="2862931"/>
                <a:ext cx="137386" cy="149769"/>
              </a:xfrm>
              <a:prstGeom prst="ellipse">
                <a:avLst/>
              </a:prstGeom>
              <a:solidFill>
                <a:schemeClr val="tx1"/>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8B12974E-5DE7-B4CC-E862-74C825834B4B}"/>
                      </a:ext>
                    </a:extLst>
                  </p:cNvPr>
                  <p:cNvSpPr txBox="1"/>
                  <p:nvPr/>
                </p:nvSpPr>
                <p:spPr>
                  <a:xfrm>
                    <a:off x="8299953" y="2942322"/>
                    <a:ext cx="223787" cy="338554"/>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3</m:t>
                              </m:r>
                            </m:sub>
                          </m:sSub>
                        </m:oMath>
                      </m:oMathPara>
                    </a14:m>
                    <a:endParaRPr lang="zh-CN" altLang="en-US" sz="1600" dirty="0"/>
                  </a:p>
                </p:txBody>
              </p:sp>
            </mc:Choice>
            <mc:Fallback xmlns="">
              <p:sp>
                <p:nvSpPr>
                  <p:cNvPr id="114" name="文本框 113">
                    <a:extLst>
                      <a:ext uri="{FF2B5EF4-FFF2-40B4-BE49-F238E27FC236}">
                        <a16:creationId xmlns:a16="http://schemas.microsoft.com/office/drawing/2014/main" id="{171F0C64-7D1E-378F-2175-E52BB1E6863F}"/>
                      </a:ext>
                    </a:extLst>
                  </p:cNvPr>
                  <p:cNvSpPr txBox="1">
                    <a:spLocks noRot="1" noChangeAspect="1" noMove="1" noResize="1" noEditPoints="1" noAdjustHandles="1" noChangeArrowheads="1" noChangeShapeType="1" noTextEdit="1"/>
                  </p:cNvSpPr>
                  <p:nvPr/>
                </p:nvSpPr>
                <p:spPr>
                  <a:xfrm>
                    <a:off x="8299953" y="2942322"/>
                    <a:ext cx="223787" cy="338554"/>
                  </a:xfrm>
                  <a:prstGeom prst="rect">
                    <a:avLst/>
                  </a:prstGeom>
                  <a:blipFill>
                    <a:blip r:embed="rId9"/>
                    <a:stretch>
                      <a:fillRect l="-27027"/>
                    </a:stretch>
                  </a:blipFill>
                </p:spPr>
                <p:txBody>
                  <a:bodyPr/>
                  <a:lstStyle/>
                  <a:p>
                    <a:r>
                      <a:rPr lang="zh-CN" altLang="en-US">
                        <a:noFill/>
                      </a:rPr>
                      <a:t> </a:t>
                    </a:r>
                  </a:p>
                </p:txBody>
              </p:sp>
            </mc:Fallback>
          </mc:AlternateContent>
        </p:grpSp>
        <p:sp>
          <p:nvSpPr>
            <p:cNvPr id="10" name="文本框 9">
              <a:extLst>
                <a:ext uri="{FF2B5EF4-FFF2-40B4-BE49-F238E27FC236}">
                  <a16:creationId xmlns:a16="http://schemas.microsoft.com/office/drawing/2014/main" id="{0F22A88B-ADB5-96F7-D18D-E83C30A8E190}"/>
                </a:ext>
              </a:extLst>
            </p:cNvPr>
            <p:cNvSpPr txBox="1"/>
            <p:nvPr/>
          </p:nvSpPr>
          <p:spPr>
            <a:xfrm>
              <a:off x="7108700" y="3066551"/>
              <a:ext cx="1410473" cy="646331"/>
            </a:xfrm>
            <a:prstGeom prst="rect">
              <a:avLst/>
            </a:prstGeom>
            <a:noFill/>
          </p:spPr>
          <p:txBody>
            <a:bodyPr wrap="square" rtlCol="0" anchor="ctr" anchorCtr="1">
              <a:spAutoFit/>
            </a:bodyPr>
            <a:lstStyle/>
            <a:p>
              <a:pPr algn="ctr">
                <a:buNone/>
              </a:pPr>
              <a:r>
                <a:rPr lang="en-US" altLang="zh-CN" dirty="0"/>
                <a:t>Candidates</a:t>
              </a:r>
            </a:p>
            <a:p>
              <a:pPr algn="ctr">
                <a:buNone/>
              </a:pPr>
              <a:r>
                <a:rPr lang="en-US" altLang="zh-CN" dirty="0"/>
                <a:t>number</a:t>
              </a:r>
              <a:endParaRPr lang="zh-CN" altLang="en-US" dirty="0"/>
            </a:p>
          </p:txBody>
        </p:sp>
        <p:cxnSp>
          <p:nvCxnSpPr>
            <p:cNvPr id="11" name="直接连接符 10">
              <a:extLst>
                <a:ext uri="{FF2B5EF4-FFF2-40B4-BE49-F238E27FC236}">
                  <a16:creationId xmlns:a16="http://schemas.microsoft.com/office/drawing/2014/main" id="{BDA6E85D-6DD6-B481-816C-C4B1CFDECCBB}"/>
                </a:ext>
              </a:extLst>
            </p:cNvPr>
            <p:cNvCxnSpPr>
              <a:cxnSpLocks/>
            </p:cNvCxnSpPr>
            <p:nvPr/>
          </p:nvCxnSpPr>
          <p:spPr bwMode="auto">
            <a:xfrm>
              <a:off x="7283113" y="2751117"/>
              <a:ext cx="1730189" cy="566799"/>
            </a:xfrm>
            <a:prstGeom prst="line">
              <a:avLst/>
            </a:prstGeom>
            <a:noFill/>
            <a:ln w="19050" cap="flat" cmpd="sng" algn="ctr">
              <a:solidFill>
                <a:schemeClr val="tx1"/>
              </a:solidFill>
              <a:prstDash val="solid"/>
              <a:round/>
              <a:headEnd type="none" w="med" len="med"/>
              <a:tailEnd type="none" w="med" len="med"/>
            </a:ln>
            <a:effectLst/>
          </p:spPr>
        </p:cxnSp>
        <p:sp>
          <p:nvSpPr>
            <p:cNvPr id="12" name="椭圆 11">
              <a:extLst>
                <a:ext uri="{FF2B5EF4-FFF2-40B4-BE49-F238E27FC236}">
                  <a16:creationId xmlns:a16="http://schemas.microsoft.com/office/drawing/2014/main" id="{8EDE6184-7386-D9A3-4CC7-89987A13F0DB}"/>
                </a:ext>
              </a:extLst>
            </p:cNvPr>
            <p:cNvSpPr/>
            <p:nvPr/>
          </p:nvSpPr>
          <p:spPr>
            <a:xfrm>
              <a:off x="9362532" y="4696729"/>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dirty="0" err="1"/>
            </a:p>
          </p:txBody>
        </p:sp>
        <p:sp>
          <p:nvSpPr>
            <p:cNvPr id="13" name="椭圆 12">
              <a:extLst>
                <a:ext uri="{FF2B5EF4-FFF2-40B4-BE49-F238E27FC236}">
                  <a16:creationId xmlns:a16="http://schemas.microsoft.com/office/drawing/2014/main" id="{3A0D2D77-D1CC-2800-3FB8-D22C12DEE935}"/>
                </a:ext>
              </a:extLst>
            </p:cNvPr>
            <p:cNvSpPr/>
            <p:nvPr/>
          </p:nvSpPr>
          <p:spPr>
            <a:xfrm>
              <a:off x="10189795" y="4028866"/>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dirty="0" err="1"/>
            </a:p>
          </p:txBody>
        </p:sp>
        <p:sp>
          <p:nvSpPr>
            <p:cNvPr id="14" name="椭圆 13">
              <a:extLst>
                <a:ext uri="{FF2B5EF4-FFF2-40B4-BE49-F238E27FC236}">
                  <a16:creationId xmlns:a16="http://schemas.microsoft.com/office/drawing/2014/main" id="{BA11C354-D874-BF0F-8BAF-C91E0BBF42DA}"/>
                </a:ext>
              </a:extLst>
            </p:cNvPr>
            <p:cNvSpPr/>
            <p:nvPr/>
          </p:nvSpPr>
          <p:spPr>
            <a:xfrm>
              <a:off x="10189795" y="4696729"/>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dirty="0" err="1"/>
            </a:p>
          </p:txBody>
        </p:sp>
        <p:sp>
          <p:nvSpPr>
            <p:cNvPr id="15" name="椭圆 14">
              <a:extLst>
                <a:ext uri="{FF2B5EF4-FFF2-40B4-BE49-F238E27FC236}">
                  <a16:creationId xmlns:a16="http://schemas.microsoft.com/office/drawing/2014/main" id="{920167F0-0551-42CE-5AC3-8F83DC110267}"/>
                </a:ext>
              </a:extLst>
            </p:cNvPr>
            <p:cNvSpPr/>
            <p:nvPr/>
          </p:nvSpPr>
          <p:spPr>
            <a:xfrm>
              <a:off x="11017058" y="4696729"/>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dirty="0" err="1"/>
            </a:p>
          </p:txBody>
        </p:sp>
        <p:sp>
          <p:nvSpPr>
            <p:cNvPr id="16" name="椭圆 15">
              <a:extLst>
                <a:ext uri="{FF2B5EF4-FFF2-40B4-BE49-F238E27FC236}">
                  <a16:creationId xmlns:a16="http://schemas.microsoft.com/office/drawing/2014/main" id="{24487184-12D8-090B-859B-44DEECFD076B}"/>
                </a:ext>
              </a:extLst>
            </p:cNvPr>
            <p:cNvSpPr/>
            <p:nvPr/>
          </p:nvSpPr>
          <p:spPr>
            <a:xfrm>
              <a:off x="11017058" y="4028866"/>
              <a:ext cx="137386" cy="153150"/>
            </a:xfrm>
            <a:prstGeom prst="ellipse">
              <a:avLst/>
            </a:prstGeom>
            <a:solidFill>
              <a:srgbClr val="00B0F0"/>
            </a:solidFill>
            <a:ln>
              <a:solidFill>
                <a:schemeClr val="tx1"/>
              </a:solidFill>
              <a:prstDash val="dash"/>
            </a:ln>
          </p:spPr>
          <p:txBody>
            <a:bodyPr wrap="square" rtlCol="0" anchor="ctr">
              <a:noAutofit/>
            </a:bodyPr>
            <a:lstStyle/>
            <a:p>
              <a:pPr algn="ctr">
                <a:buNone/>
              </a:pPr>
              <a:endParaRPr lang="zh-CN" altLang="en-US" dirty="0" err="1"/>
            </a:p>
          </p:txBody>
        </p:sp>
        <p:cxnSp>
          <p:nvCxnSpPr>
            <p:cNvPr id="17" name="直接箭头连接符 16">
              <a:extLst>
                <a:ext uri="{FF2B5EF4-FFF2-40B4-BE49-F238E27FC236}">
                  <a16:creationId xmlns:a16="http://schemas.microsoft.com/office/drawing/2014/main" id="{0619FD1B-224B-2C93-CBCD-B7760CC6663A}"/>
                </a:ext>
              </a:extLst>
            </p:cNvPr>
            <p:cNvCxnSpPr>
              <a:stCxn id="4" idx="5"/>
              <a:endCxn id="14" idx="1"/>
            </p:cNvCxnSpPr>
            <p:nvPr/>
          </p:nvCxnSpPr>
          <p:spPr bwMode="auto">
            <a:xfrm>
              <a:off x="9479798" y="4159588"/>
              <a:ext cx="730117" cy="559569"/>
            </a:xfrm>
            <a:prstGeom prst="straightConnector1">
              <a:avLst/>
            </a:prstGeom>
            <a:noFill/>
            <a:ln w="9525" cap="flat" cmpd="sng" algn="ctr">
              <a:solidFill>
                <a:schemeClr val="tx1"/>
              </a:solidFill>
              <a:prstDash val="solid"/>
              <a:round/>
              <a:headEnd type="none" w="med" len="med"/>
              <a:tailEnd type="triangle"/>
            </a:ln>
            <a:effectLst/>
          </p:spPr>
        </p:cxnSp>
        <p:cxnSp>
          <p:nvCxnSpPr>
            <p:cNvPr id="18" name="直接箭头连接符 17">
              <a:extLst>
                <a:ext uri="{FF2B5EF4-FFF2-40B4-BE49-F238E27FC236}">
                  <a16:creationId xmlns:a16="http://schemas.microsoft.com/office/drawing/2014/main" id="{0C6F0D9F-1B42-41D3-D7A1-6F7D0FDBA529}"/>
                </a:ext>
              </a:extLst>
            </p:cNvPr>
            <p:cNvCxnSpPr>
              <a:stCxn id="12" idx="7"/>
              <a:endCxn id="13" idx="3"/>
            </p:cNvCxnSpPr>
            <p:nvPr/>
          </p:nvCxnSpPr>
          <p:spPr bwMode="auto">
            <a:xfrm flipV="1">
              <a:off x="9479798" y="4159588"/>
              <a:ext cx="730117" cy="559569"/>
            </a:xfrm>
            <a:prstGeom prst="straightConnector1">
              <a:avLst/>
            </a:prstGeom>
            <a:noFill/>
            <a:ln w="9525" cap="flat" cmpd="sng" algn="ctr">
              <a:solidFill>
                <a:schemeClr val="tx1"/>
              </a:solidFill>
              <a:prstDash val="solid"/>
              <a:round/>
              <a:headEnd type="none" w="med" len="med"/>
              <a:tailEnd type="triangle"/>
            </a:ln>
            <a:effectLst/>
          </p:spPr>
        </p:cxnSp>
        <p:cxnSp>
          <p:nvCxnSpPr>
            <p:cNvPr id="19" name="直接箭头连接符 18">
              <a:extLst>
                <a:ext uri="{FF2B5EF4-FFF2-40B4-BE49-F238E27FC236}">
                  <a16:creationId xmlns:a16="http://schemas.microsoft.com/office/drawing/2014/main" id="{57E2249B-BA12-3FB7-DDE8-D7BBAFF4FAAB}"/>
                </a:ext>
              </a:extLst>
            </p:cNvPr>
            <p:cNvCxnSpPr>
              <a:stCxn id="4" idx="6"/>
              <a:endCxn id="13" idx="2"/>
            </p:cNvCxnSpPr>
            <p:nvPr/>
          </p:nvCxnSpPr>
          <p:spPr bwMode="auto">
            <a:xfrm>
              <a:off x="9499918" y="4105441"/>
              <a:ext cx="689877" cy="0"/>
            </a:xfrm>
            <a:prstGeom prst="straightConnector1">
              <a:avLst/>
            </a:prstGeom>
            <a:noFill/>
            <a:ln w="9525" cap="flat" cmpd="sng" algn="ctr">
              <a:solidFill>
                <a:schemeClr val="tx1"/>
              </a:solidFill>
              <a:prstDash val="solid"/>
              <a:round/>
              <a:headEnd type="none" w="med" len="med"/>
              <a:tailEnd type="triangle"/>
            </a:ln>
            <a:effectLst/>
          </p:spPr>
        </p:cxnSp>
        <p:cxnSp>
          <p:nvCxnSpPr>
            <p:cNvPr id="20" name="直接箭头连接符 19">
              <a:extLst>
                <a:ext uri="{FF2B5EF4-FFF2-40B4-BE49-F238E27FC236}">
                  <a16:creationId xmlns:a16="http://schemas.microsoft.com/office/drawing/2014/main" id="{0C2771D0-FA70-3F38-1232-6C838A1716FA}"/>
                </a:ext>
              </a:extLst>
            </p:cNvPr>
            <p:cNvCxnSpPr>
              <a:stCxn id="12" idx="6"/>
              <a:endCxn id="14" idx="2"/>
            </p:cNvCxnSpPr>
            <p:nvPr/>
          </p:nvCxnSpPr>
          <p:spPr bwMode="auto">
            <a:xfrm>
              <a:off x="9499918" y="4773304"/>
              <a:ext cx="689877" cy="0"/>
            </a:xfrm>
            <a:prstGeom prst="straightConnector1">
              <a:avLst/>
            </a:prstGeom>
            <a:noFill/>
            <a:ln w="9525" cap="flat" cmpd="sng" algn="ctr">
              <a:solidFill>
                <a:schemeClr val="tx1"/>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04942130-524C-9853-4036-B798C3F83179}"/>
                </a:ext>
              </a:extLst>
            </p:cNvPr>
            <p:cNvCxnSpPr>
              <a:cxnSpLocks/>
              <a:stCxn id="13" idx="6"/>
              <a:endCxn id="16" idx="2"/>
            </p:cNvCxnSpPr>
            <p:nvPr/>
          </p:nvCxnSpPr>
          <p:spPr bwMode="auto">
            <a:xfrm>
              <a:off x="10327181" y="4105441"/>
              <a:ext cx="689877" cy="0"/>
            </a:xfrm>
            <a:prstGeom prst="straightConnector1">
              <a:avLst/>
            </a:prstGeom>
            <a:noFill/>
            <a:ln w="9525" cap="flat" cmpd="sng" algn="ctr">
              <a:solidFill>
                <a:schemeClr val="tx1"/>
              </a:solidFill>
              <a:prstDash val="solid"/>
              <a:round/>
              <a:headEnd type="none" w="med" len="med"/>
              <a:tailEnd type="triangle"/>
            </a:ln>
            <a:effectLst/>
          </p:spPr>
        </p:cxnSp>
        <p:cxnSp>
          <p:nvCxnSpPr>
            <p:cNvPr id="22" name="直接箭头连接符 21">
              <a:extLst>
                <a:ext uri="{FF2B5EF4-FFF2-40B4-BE49-F238E27FC236}">
                  <a16:creationId xmlns:a16="http://schemas.microsoft.com/office/drawing/2014/main" id="{1F17944D-A089-779F-8F20-BD35EEDC843D}"/>
                </a:ext>
              </a:extLst>
            </p:cNvPr>
            <p:cNvCxnSpPr>
              <a:stCxn id="14" idx="6"/>
              <a:endCxn id="15" idx="2"/>
            </p:cNvCxnSpPr>
            <p:nvPr/>
          </p:nvCxnSpPr>
          <p:spPr bwMode="auto">
            <a:xfrm>
              <a:off x="10327181" y="4773304"/>
              <a:ext cx="689877" cy="0"/>
            </a:xfrm>
            <a:prstGeom prst="straightConnector1">
              <a:avLst/>
            </a:prstGeom>
            <a:noFill/>
            <a:ln w="9525" cap="flat" cmpd="sng" algn="ctr">
              <a:solidFill>
                <a:schemeClr val="tx1"/>
              </a:solidFill>
              <a:prstDash val="solid"/>
              <a:round/>
              <a:headEnd type="none" w="med" len="med"/>
              <a:tailEnd type="triangle"/>
            </a:ln>
            <a:effectLst/>
          </p:spPr>
        </p:cxnSp>
        <p:cxnSp>
          <p:nvCxnSpPr>
            <p:cNvPr id="25" name="直接箭头连接符 24">
              <a:extLst>
                <a:ext uri="{FF2B5EF4-FFF2-40B4-BE49-F238E27FC236}">
                  <a16:creationId xmlns:a16="http://schemas.microsoft.com/office/drawing/2014/main" id="{2CB2EA02-37A0-482B-7768-574368FA9AD2}"/>
                </a:ext>
              </a:extLst>
            </p:cNvPr>
            <p:cNvCxnSpPr>
              <a:stCxn id="13" idx="5"/>
              <a:endCxn id="15" idx="1"/>
            </p:cNvCxnSpPr>
            <p:nvPr/>
          </p:nvCxnSpPr>
          <p:spPr bwMode="auto">
            <a:xfrm>
              <a:off x="10307061" y="4159588"/>
              <a:ext cx="730117" cy="559569"/>
            </a:xfrm>
            <a:prstGeom prst="straightConnector1">
              <a:avLst/>
            </a:prstGeom>
            <a:noFill/>
            <a:ln w="9525" cap="flat" cmpd="sng" algn="ctr">
              <a:solidFill>
                <a:schemeClr val="tx1"/>
              </a:solidFill>
              <a:prstDash val="solid"/>
              <a:round/>
              <a:headEnd type="none" w="med" len="med"/>
              <a:tailEnd type="triangle"/>
            </a:ln>
            <a:effectLst/>
          </p:spPr>
        </p:cxnSp>
        <p:cxnSp>
          <p:nvCxnSpPr>
            <p:cNvPr id="27" name="直接箭头连接符 26">
              <a:extLst>
                <a:ext uri="{FF2B5EF4-FFF2-40B4-BE49-F238E27FC236}">
                  <a16:creationId xmlns:a16="http://schemas.microsoft.com/office/drawing/2014/main" id="{EB07D526-5356-C9FE-68AC-F729EBF3A94A}"/>
                </a:ext>
              </a:extLst>
            </p:cNvPr>
            <p:cNvCxnSpPr>
              <a:stCxn id="14" idx="7"/>
              <a:endCxn id="16" idx="3"/>
            </p:cNvCxnSpPr>
            <p:nvPr/>
          </p:nvCxnSpPr>
          <p:spPr bwMode="auto">
            <a:xfrm flipV="1">
              <a:off x="10307061" y="4159588"/>
              <a:ext cx="730117" cy="559569"/>
            </a:xfrm>
            <a:prstGeom prst="straightConnector1">
              <a:avLst/>
            </a:prstGeom>
            <a:noFill/>
            <a:ln w="9525" cap="flat" cmpd="sng" algn="ctr">
              <a:solidFill>
                <a:schemeClr val="tx1"/>
              </a:solidFill>
              <a:prstDash val="solid"/>
              <a:round/>
              <a:headEnd type="none" w="med" len="med"/>
              <a:tailEnd type="triangle"/>
            </a:ln>
            <a:effectLst/>
          </p:spPr>
        </p:cxnSp>
        <p:sp>
          <p:nvSpPr>
            <p:cNvPr id="29" name="文本框 28">
              <a:extLst>
                <a:ext uri="{FF2B5EF4-FFF2-40B4-BE49-F238E27FC236}">
                  <a16:creationId xmlns:a16="http://schemas.microsoft.com/office/drawing/2014/main" id="{139C8319-7AF5-9E54-1BFF-18785E471847}"/>
                </a:ext>
              </a:extLst>
            </p:cNvPr>
            <p:cNvSpPr txBox="1"/>
            <p:nvPr/>
          </p:nvSpPr>
          <p:spPr>
            <a:xfrm>
              <a:off x="7641702" y="3913539"/>
              <a:ext cx="425810" cy="369332"/>
            </a:xfrm>
            <a:prstGeom prst="rect">
              <a:avLst/>
            </a:prstGeom>
            <a:noFill/>
          </p:spPr>
          <p:txBody>
            <a:bodyPr wrap="square" rtlCol="0" anchor="ctr" anchorCtr="1">
              <a:spAutoFit/>
            </a:bodyPr>
            <a:lstStyle/>
            <a:p>
              <a:pPr>
                <a:buNone/>
              </a:pPr>
              <a:r>
                <a:rPr lang="en-US" altLang="zh-CN" dirty="0"/>
                <a:t>1</a:t>
              </a:r>
              <a:endParaRPr lang="zh-CN" altLang="en-US" dirty="0"/>
            </a:p>
          </p:txBody>
        </p:sp>
        <p:sp>
          <p:nvSpPr>
            <p:cNvPr id="31" name="文本框 30">
              <a:extLst>
                <a:ext uri="{FF2B5EF4-FFF2-40B4-BE49-F238E27FC236}">
                  <a16:creationId xmlns:a16="http://schemas.microsoft.com/office/drawing/2014/main" id="{D2C61FC7-19E4-2363-69C8-01D9E63B01C1}"/>
                </a:ext>
              </a:extLst>
            </p:cNvPr>
            <p:cNvSpPr txBox="1"/>
            <p:nvPr/>
          </p:nvSpPr>
          <p:spPr>
            <a:xfrm>
              <a:off x="7641702" y="4588638"/>
              <a:ext cx="425810" cy="369332"/>
            </a:xfrm>
            <a:prstGeom prst="rect">
              <a:avLst/>
            </a:prstGeom>
            <a:noFill/>
          </p:spPr>
          <p:txBody>
            <a:bodyPr wrap="square" rtlCol="0" anchor="ctr" anchorCtr="1">
              <a:spAutoFit/>
            </a:bodyPr>
            <a:lstStyle/>
            <a:p>
              <a:pPr>
                <a:buNone/>
              </a:pPr>
              <a:r>
                <a:rPr lang="en-US" altLang="zh-CN" dirty="0"/>
                <a:t>2</a:t>
              </a:r>
              <a:endParaRPr lang="zh-CN" altLang="en-US" dirty="0"/>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82BA4A4F-7A08-9FE9-6E06-18985392A476}"/>
                    </a:ext>
                  </a:extLst>
                </p:cNvPr>
                <p:cNvSpPr txBox="1"/>
                <p:nvPr/>
              </p:nvSpPr>
              <p:spPr>
                <a:xfrm>
                  <a:off x="9386326" y="4826521"/>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1,2</m:t>
                            </m:r>
                          </m:sub>
                        </m:sSub>
                      </m:oMath>
                    </m:oMathPara>
                  </a14:m>
                  <a:endParaRPr lang="zh-CN" altLang="en-US" sz="1600" dirty="0"/>
                </a:p>
              </p:txBody>
            </p:sp>
          </mc:Choice>
          <mc:Fallback xmlns="">
            <p:sp>
              <p:nvSpPr>
                <p:cNvPr id="146" name="文本框 145">
                  <a:extLst>
                    <a:ext uri="{FF2B5EF4-FFF2-40B4-BE49-F238E27FC236}">
                      <a16:creationId xmlns:a16="http://schemas.microsoft.com/office/drawing/2014/main" id="{46C0B973-6906-97FB-0D28-845E39CACBEB}"/>
                    </a:ext>
                  </a:extLst>
                </p:cNvPr>
                <p:cNvSpPr txBox="1">
                  <a:spLocks noRot="1" noChangeAspect="1" noMove="1" noResize="1" noEditPoints="1" noAdjustHandles="1" noChangeArrowheads="1" noChangeShapeType="1" noTextEdit="1"/>
                </p:cNvSpPr>
                <p:nvPr/>
              </p:nvSpPr>
              <p:spPr>
                <a:xfrm>
                  <a:off x="9386326" y="4826521"/>
                  <a:ext cx="198197" cy="349326"/>
                </a:xfrm>
                <a:prstGeom prst="rect">
                  <a:avLst/>
                </a:prstGeom>
                <a:blipFill>
                  <a:blip r:embed="rId10"/>
                  <a:stretch>
                    <a:fillRect l="-66667" r="-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3E679903-ABD6-9F57-588F-2EB3D5F40BBD}"/>
                    </a:ext>
                  </a:extLst>
                </p:cNvPr>
                <p:cNvSpPr txBox="1"/>
                <p:nvPr/>
              </p:nvSpPr>
              <p:spPr>
                <a:xfrm>
                  <a:off x="9375326" y="3667689"/>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1,1</m:t>
                            </m:r>
                          </m:sub>
                        </m:sSub>
                      </m:oMath>
                    </m:oMathPara>
                  </a14:m>
                  <a:endParaRPr lang="zh-CN" altLang="en-US" sz="1600" dirty="0"/>
                </a:p>
              </p:txBody>
            </p:sp>
          </mc:Choice>
          <mc:Fallback xmlns="">
            <p:sp>
              <p:nvSpPr>
                <p:cNvPr id="148" name="文本框 147">
                  <a:extLst>
                    <a:ext uri="{FF2B5EF4-FFF2-40B4-BE49-F238E27FC236}">
                      <a16:creationId xmlns:a16="http://schemas.microsoft.com/office/drawing/2014/main" id="{ECCCF349-E53B-6BC8-32EA-0B0C43F0549F}"/>
                    </a:ext>
                  </a:extLst>
                </p:cNvPr>
                <p:cNvSpPr txBox="1">
                  <a:spLocks noRot="1" noChangeAspect="1" noMove="1" noResize="1" noEditPoints="1" noAdjustHandles="1" noChangeArrowheads="1" noChangeShapeType="1" noTextEdit="1"/>
                </p:cNvSpPr>
                <p:nvPr/>
              </p:nvSpPr>
              <p:spPr>
                <a:xfrm>
                  <a:off x="9375326" y="3667689"/>
                  <a:ext cx="198197" cy="349326"/>
                </a:xfrm>
                <a:prstGeom prst="rect">
                  <a:avLst/>
                </a:prstGeom>
                <a:blipFill>
                  <a:blip r:embed="rId11"/>
                  <a:stretch>
                    <a:fillRect l="-66667" r="-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865B0567-4929-9D6F-E29A-5910B9CF75C5}"/>
                    </a:ext>
                  </a:extLst>
                </p:cNvPr>
                <p:cNvSpPr txBox="1"/>
                <p:nvPr/>
              </p:nvSpPr>
              <p:spPr>
                <a:xfrm>
                  <a:off x="10159389" y="3681839"/>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2,1</m:t>
                            </m:r>
                          </m:sub>
                        </m:sSub>
                      </m:oMath>
                    </m:oMathPara>
                  </a14:m>
                  <a:endParaRPr lang="zh-CN" altLang="en-US" sz="1600" dirty="0"/>
                </a:p>
              </p:txBody>
            </p:sp>
          </mc:Choice>
          <mc:Fallback xmlns="">
            <p:sp>
              <p:nvSpPr>
                <p:cNvPr id="150" name="文本框 149">
                  <a:extLst>
                    <a:ext uri="{FF2B5EF4-FFF2-40B4-BE49-F238E27FC236}">
                      <a16:creationId xmlns:a16="http://schemas.microsoft.com/office/drawing/2014/main" id="{0A276A2F-280D-485A-8630-2CE338E5A381}"/>
                    </a:ext>
                  </a:extLst>
                </p:cNvPr>
                <p:cNvSpPr txBox="1">
                  <a:spLocks noRot="1" noChangeAspect="1" noMove="1" noResize="1" noEditPoints="1" noAdjustHandles="1" noChangeArrowheads="1" noChangeShapeType="1" noTextEdit="1"/>
                </p:cNvSpPr>
                <p:nvPr/>
              </p:nvSpPr>
              <p:spPr>
                <a:xfrm>
                  <a:off x="10159389" y="3681839"/>
                  <a:ext cx="198197" cy="349326"/>
                </a:xfrm>
                <a:prstGeom prst="rect">
                  <a:avLst/>
                </a:prstGeom>
                <a:blipFill>
                  <a:blip r:embed="rId12"/>
                  <a:stretch>
                    <a:fillRect l="-71875" r="-40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06484F5F-C75D-51B4-CB09-3606A984623A}"/>
                    </a:ext>
                  </a:extLst>
                </p:cNvPr>
                <p:cNvSpPr txBox="1"/>
                <p:nvPr/>
              </p:nvSpPr>
              <p:spPr>
                <a:xfrm>
                  <a:off x="10159389" y="4829580"/>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2,2</m:t>
                            </m:r>
                          </m:sub>
                        </m:sSub>
                      </m:oMath>
                    </m:oMathPara>
                  </a14:m>
                  <a:endParaRPr lang="zh-CN" altLang="en-US" sz="1600" dirty="0"/>
                </a:p>
              </p:txBody>
            </p:sp>
          </mc:Choice>
          <mc:Fallback xmlns="">
            <p:sp>
              <p:nvSpPr>
                <p:cNvPr id="151" name="文本框 150">
                  <a:extLst>
                    <a:ext uri="{FF2B5EF4-FFF2-40B4-BE49-F238E27FC236}">
                      <a16:creationId xmlns:a16="http://schemas.microsoft.com/office/drawing/2014/main" id="{FE134EDD-B941-17F2-100A-05187D7BA050}"/>
                    </a:ext>
                  </a:extLst>
                </p:cNvPr>
                <p:cNvSpPr txBox="1">
                  <a:spLocks noRot="1" noChangeAspect="1" noMove="1" noResize="1" noEditPoints="1" noAdjustHandles="1" noChangeArrowheads="1" noChangeShapeType="1" noTextEdit="1"/>
                </p:cNvSpPr>
                <p:nvPr/>
              </p:nvSpPr>
              <p:spPr>
                <a:xfrm>
                  <a:off x="10159389" y="4829580"/>
                  <a:ext cx="198197" cy="349326"/>
                </a:xfrm>
                <a:prstGeom prst="rect">
                  <a:avLst/>
                </a:prstGeom>
                <a:blipFill>
                  <a:blip r:embed="rId13"/>
                  <a:stretch>
                    <a:fillRect l="-71875" r="-40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EF1DD82-662F-2263-8D97-ED3E4794FF7C}"/>
                    </a:ext>
                  </a:extLst>
                </p:cNvPr>
                <p:cNvSpPr txBox="1"/>
                <p:nvPr/>
              </p:nvSpPr>
              <p:spPr>
                <a:xfrm>
                  <a:off x="10986652" y="4824720"/>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3,2</m:t>
                            </m:r>
                          </m:sub>
                        </m:sSub>
                      </m:oMath>
                    </m:oMathPara>
                  </a14:m>
                  <a:endParaRPr lang="zh-CN" altLang="en-US" sz="1600" dirty="0"/>
                </a:p>
              </p:txBody>
            </p:sp>
          </mc:Choice>
          <mc:Fallback xmlns="">
            <p:sp>
              <p:nvSpPr>
                <p:cNvPr id="152" name="文本框 151">
                  <a:extLst>
                    <a:ext uri="{FF2B5EF4-FFF2-40B4-BE49-F238E27FC236}">
                      <a16:creationId xmlns:a16="http://schemas.microsoft.com/office/drawing/2014/main" id="{4EFA55D2-06EB-1945-9867-C7B8F5F3D470}"/>
                    </a:ext>
                  </a:extLst>
                </p:cNvPr>
                <p:cNvSpPr txBox="1">
                  <a:spLocks noRot="1" noChangeAspect="1" noMove="1" noResize="1" noEditPoints="1" noAdjustHandles="1" noChangeArrowheads="1" noChangeShapeType="1" noTextEdit="1"/>
                </p:cNvSpPr>
                <p:nvPr/>
              </p:nvSpPr>
              <p:spPr>
                <a:xfrm>
                  <a:off x="10986652" y="4824720"/>
                  <a:ext cx="198197" cy="349326"/>
                </a:xfrm>
                <a:prstGeom prst="rect">
                  <a:avLst/>
                </a:prstGeom>
                <a:blipFill>
                  <a:blip r:embed="rId14"/>
                  <a:stretch>
                    <a:fillRect l="-71875" r="-3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E967C2F7-5299-30E9-987D-5245703C62FA}"/>
                    </a:ext>
                  </a:extLst>
                </p:cNvPr>
                <p:cNvSpPr txBox="1"/>
                <p:nvPr/>
              </p:nvSpPr>
              <p:spPr>
                <a:xfrm>
                  <a:off x="10984335" y="3699839"/>
                  <a:ext cx="198197" cy="34932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3,1</m:t>
                            </m:r>
                          </m:sub>
                        </m:sSub>
                      </m:oMath>
                    </m:oMathPara>
                  </a14:m>
                  <a:endParaRPr lang="zh-CN" altLang="en-US" sz="1600" dirty="0"/>
                </a:p>
              </p:txBody>
            </p:sp>
          </mc:Choice>
          <mc:Fallback xmlns="">
            <p:sp>
              <p:nvSpPr>
                <p:cNvPr id="153" name="文本框 152">
                  <a:extLst>
                    <a:ext uri="{FF2B5EF4-FFF2-40B4-BE49-F238E27FC236}">
                      <a16:creationId xmlns:a16="http://schemas.microsoft.com/office/drawing/2014/main" id="{06F955D9-F90F-44A1-221D-12EB1429D414}"/>
                    </a:ext>
                  </a:extLst>
                </p:cNvPr>
                <p:cNvSpPr txBox="1">
                  <a:spLocks noRot="1" noChangeAspect="1" noMove="1" noResize="1" noEditPoints="1" noAdjustHandles="1" noChangeArrowheads="1" noChangeShapeType="1" noTextEdit="1"/>
                </p:cNvSpPr>
                <p:nvPr/>
              </p:nvSpPr>
              <p:spPr>
                <a:xfrm>
                  <a:off x="10984335" y="3699839"/>
                  <a:ext cx="198197" cy="349326"/>
                </a:xfrm>
                <a:prstGeom prst="rect">
                  <a:avLst/>
                </a:prstGeom>
                <a:blipFill>
                  <a:blip r:embed="rId15"/>
                  <a:stretch>
                    <a:fillRect l="-69697" r="-36364"/>
                  </a:stretch>
                </a:blipFill>
              </p:spPr>
              <p:txBody>
                <a:bodyPr/>
                <a:lstStyle/>
                <a:p>
                  <a:r>
                    <a:rPr lang="zh-CN" altLang="en-US">
                      <a:noFill/>
                    </a:rPr>
                    <a:t> </a:t>
                  </a:r>
                </a:p>
              </p:txBody>
            </p:sp>
          </mc:Fallback>
        </mc:AlternateContent>
        <p:cxnSp>
          <p:nvCxnSpPr>
            <p:cNvPr id="39" name="直接连接符 38">
              <a:extLst>
                <a:ext uri="{FF2B5EF4-FFF2-40B4-BE49-F238E27FC236}">
                  <a16:creationId xmlns:a16="http://schemas.microsoft.com/office/drawing/2014/main" id="{8EF16590-19DE-8210-580D-D95245B0D6E2}"/>
                </a:ext>
              </a:extLst>
            </p:cNvPr>
            <p:cNvCxnSpPr/>
            <p:nvPr/>
          </p:nvCxnSpPr>
          <p:spPr bwMode="auto">
            <a:xfrm>
              <a:off x="7108700" y="3707799"/>
              <a:ext cx="4424170" cy="0"/>
            </a:xfrm>
            <a:prstGeom prst="line">
              <a:avLst/>
            </a:prstGeom>
            <a:noFill/>
            <a:ln w="19050" cap="flat" cmpd="sng" algn="ctr">
              <a:solidFill>
                <a:schemeClr val="tx1"/>
              </a:solidFill>
              <a:prstDash val="solid"/>
              <a:round/>
              <a:headEnd type="none" w="med" len="med"/>
              <a:tailEnd type="none" w="med" len="med"/>
            </a:ln>
            <a:effectLst/>
          </p:spPr>
        </p:cxnSp>
        <p:cxnSp>
          <p:nvCxnSpPr>
            <p:cNvPr id="40" name="直接连接符 39">
              <a:extLst>
                <a:ext uri="{FF2B5EF4-FFF2-40B4-BE49-F238E27FC236}">
                  <a16:creationId xmlns:a16="http://schemas.microsoft.com/office/drawing/2014/main" id="{E3C5E623-4834-92E1-A210-F5AB68632402}"/>
                </a:ext>
              </a:extLst>
            </p:cNvPr>
            <p:cNvCxnSpPr>
              <a:cxnSpLocks/>
            </p:cNvCxnSpPr>
            <p:nvPr/>
          </p:nvCxnSpPr>
          <p:spPr bwMode="auto">
            <a:xfrm>
              <a:off x="9145287" y="2513686"/>
              <a:ext cx="0" cy="2485697"/>
            </a:xfrm>
            <a:prstGeom prst="line">
              <a:avLst/>
            </a:prstGeom>
            <a:noFill/>
            <a:ln w="19050"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3692132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00AF04E0-8A68-6580-2E36-6068BF4F415F}"/>
              </a:ext>
            </a:extLst>
          </p:cNvPr>
          <p:cNvSpPr/>
          <p:nvPr/>
        </p:nvSpPr>
        <p:spPr>
          <a:xfrm>
            <a:off x="5936951" y="1168584"/>
            <a:ext cx="6163609" cy="5260185"/>
          </a:xfrm>
          <a:prstGeom prst="roundRect">
            <a:avLst/>
          </a:prstGeom>
          <a:solidFill>
            <a:srgbClr val="FF0000">
              <a:alpha val="20000"/>
            </a:srgbClr>
          </a:solidFill>
          <a:ln>
            <a:solidFill>
              <a:schemeClr val="tx1"/>
            </a:solidFill>
          </a:ln>
        </p:spPr>
        <p:txBody>
          <a:bodyPr wrap="square" rtlCol="0" anchor="ctr">
            <a:noAutofit/>
          </a:bodyPr>
          <a:lstStyle/>
          <a:p>
            <a:pPr algn="ctr">
              <a:buNone/>
            </a:pPr>
            <a:endParaRPr lang="zh-CN" altLang="en-US" dirty="0" err="1"/>
          </a:p>
        </p:txBody>
      </p:sp>
      <p:sp>
        <p:nvSpPr>
          <p:cNvPr id="2" name="标题 1">
            <a:extLst>
              <a:ext uri="{FF2B5EF4-FFF2-40B4-BE49-F238E27FC236}">
                <a16:creationId xmlns:a16="http://schemas.microsoft.com/office/drawing/2014/main" id="{D20A390F-FF93-50D7-912E-A963B0286A82}"/>
              </a:ext>
            </a:extLst>
          </p:cNvPr>
          <p:cNvSpPr txBox="1">
            <a:spLocks/>
          </p:cNvSpPr>
          <p:nvPr/>
        </p:nvSpPr>
        <p:spPr>
          <a:xfrm>
            <a:off x="3764607" y="115848"/>
            <a:ext cx="8030344" cy="1052736"/>
          </a:xfrm>
          <a:prstGeom prst="rect">
            <a:avLst/>
          </a:prstGeom>
        </p:spPr>
        <p:txBody>
          <a:bodyPr/>
          <a:lst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a:lstStyle>
          <a:p>
            <a:r>
              <a:rPr lang="en-US" altLang="zh-CN" kern="0" dirty="0">
                <a:latin typeface="Arial" panose="020B0604020202020204" pitchFamily="34" charset="0"/>
                <a:ea typeface="黑体" panose="02010609060101010101" pitchFamily="49" charset="-122"/>
              </a:rPr>
              <a:t>Optimal path </a:t>
            </a:r>
            <a:endParaRPr lang="zh-CN" altLang="en-US" kern="0" dirty="0">
              <a:latin typeface="Arial" panose="020B0604020202020204" pitchFamily="34" charset="0"/>
              <a:ea typeface="黑体" panose="02010609060101010101" pitchFamily="49" charset="-122"/>
            </a:endParaRPr>
          </a:p>
        </p:txBody>
      </p:sp>
      <p:pic>
        <p:nvPicPr>
          <p:cNvPr id="4" name="图片 3">
            <a:extLst>
              <a:ext uri="{FF2B5EF4-FFF2-40B4-BE49-F238E27FC236}">
                <a16:creationId xmlns:a16="http://schemas.microsoft.com/office/drawing/2014/main" id="{B4770094-A6BA-1B31-D629-AA1E5DF0CDB8}"/>
              </a:ext>
            </a:extLst>
          </p:cNvPr>
          <p:cNvPicPr>
            <a:picLocks noChangeAspect="1"/>
          </p:cNvPicPr>
          <p:nvPr/>
        </p:nvPicPr>
        <p:blipFill>
          <a:blip r:embed="rId3"/>
          <a:stretch>
            <a:fillRect/>
          </a:stretch>
        </p:blipFill>
        <p:spPr>
          <a:xfrm>
            <a:off x="6312786" y="1688496"/>
            <a:ext cx="5510199" cy="2930062"/>
          </a:xfrm>
          <a:prstGeom prst="rect">
            <a:avLst/>
          </a:prstGeom>
          <a:ln>
            <a:solidFill>
              <a:schemeClr val="tx1"/>
            </a:solidFill>
          </a:ln>
        </p:spPr>
      </p:pic>
      <p:grpSp>
        <p:nvGrpSpPr>
          <p:cNvPr id="44" name="组合 43">
            <a:extLst>
              <a:ext uri="{FF2B5EF4-FFF2-40B4-BE49-F238E27FC236}">
                <a16:creationId xmlns:a16="http://schemas.microsoft.com/office/drawing/2014/main" id="{E724C396-FB54-3498-D0FB-0E21AF9020D2}"/>
              </a:ext>
            </a:extLst>
          </p:cNvPr>
          <p:cNvGrpSpPr/>
          <p:nvPr/>
        </p:nvGrpSpPr>
        <p:grpSpPr>
          <a:xfrm>
            <a:off x="320571" y="2324798"/>
            <a:ext cx="4800069" cy="4104432"/>
            <a:chOff x="409085" y="1798717"/>
            <a:chExt cx="5098295" cy="3867587"/>
          </a:xfrm>
        </p:grpSpPr>
        <p:grpSp>
          <p:nvGrpSpPr>
            <p:cNvPr id="13" name="组合 12">
              <a:extLst>
                <a:ext uri="{FF2B5EF4-FFF2-40B4-BE49-F238E27FC236}">
                  <a16:creationId xmlns:a16="http://schemas.microsoft.com/office/drawing/2014/main" id="{7150B68A-8260-26B0-6DEC-66AD11E526A0}"/>
                </a:ext>
              </a:extLst>
            </p:cNvPr>
            <p:cNvGrpSpPr/>
            <p:nvPr/>
          </p:nvGrpSpPr>
          <p:grpSpPr>
            <a:xfrm>
              <a:off x="409085" y="1798717"/>
              <a:ext cx="5098295" cy="3867587"/>
              <a:chOff x="121364" y="1390650"/>
              <a:chExt cx="5098295" cy="3867587"/>
            </a:xfrm>
          </p:grpSpPr>
          <p:sp>
            <p:nvSpPr>
              <p:cNvPr id="9" name="矩形: 圆角 8">
                <a:extLst>
                  <a:ext uri="{FF2B5EF4-FFF2-40B4-BE49-F238E27FC236}">
                    <a16:creationId xmlns:a16="http://schemas.microsoft.com/office/drawing/2014/main" id="{C8FB8231-525A-12E0-AA12-A9BE259CBE57}"/>
                  </a:ext>
                </a:extLst>
              </p:cNvPr>
              <p:cNvSpPr/>
              <p:nvPr/>
            </p:nvSpPr>
            <p:spPr>
              <a:xfrm>
                <a:off x="121364" y="1390650"/>
                <a:ext cx="5098295" cy="3867153"/>
              </a:xfrm>
              <a:prstGeom prst="roundRect">
                <a:avLst/>
              </a:prstGeom>
              <a:solidFill>
                <a:schemeClr val="accent5"/>
              </a:solidFill>
              <a:ln>
                <a:solidFill>
                  <a:schemeClr val="tx1"/>
                </a:solidFill>
              </a:ln>
            </p:spPr>
            <p:txBody>
              <a:bodyPr wrap="square" rtlCol="0" anchor="ctr">
                <a:noAutofit/>
              </a:bodyPr>
              <a:lstStyle/>
              <a:p>
                <a:pPr algn="ctr">
                  <a:buNone/>
                </a:pPr>
                <a:endParaRPr lang="zh-CN" altLang="en-US" dirty="0" err="1"/>
              </a:p>
            </p:txBody>
          </p:sp>
          <p:grpSp>
            <p:nvGrpSpPr>
              <p:cNvPr id="6" name="组合 5">
                <a:extLst>
                  <a:ext uri="{FF2B5EF4-FFF2-40B4-BE49-F238E27FC236}">
                    <a16:creationId xmlns:a16="http://schemas.microsoft.com/office/drawing/2014/main" id="{C933ED40-B2BF-B843-982F-52EEA23428AB}"/>
                  </a:ext>
                </a:extLst>
              </p:cNvPr>
              <p:cNvGrpSpPr/>
              <p:nvPr/>
            </p:nvGrpSpPr>
            <p:grpSpPr>
              <a:xfrm>
                <a:off x="615027" y="1600197"/>
                <a:ext cx="4604632" cy="3658040"/>
                <a:chOff x="271828" y="1377302"/>
                <a:chExt cx="5208079" cy="4169339"/>
              </a:xfrm>
            </p:grpSpPr>
            <p:sp>
              <p:nvSpPr>
                <p:cNvPr id="34" name="椭圆 33">
                  <a:extLst>
                    <a:ext uri="{FF2B5EF4-FFF2-40B4-BE49-F238E27FC236}">
                      <a16:creationId xmlns:a16="http://schemas.microsoft.com/office/drawing/2014/main" id="{102ECF53-0479-3A2E-83C7-01CA202C02FA}"/>
                    </a:ext>
                  </a:extLst>
                </p:cNvPr>
                <p:cNvSpPr/>
                <p:nvPr/>
              </p:nvSpPr>
              <p:spPr>
                <a:xfrm rot="1162545">
                  <a:off x="1004938" y="2077761"/>
                  <a:ext cx="710017" cy="1105642"/>
                </a:xfrm>
                <a:prstGeom prst="ellips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 name="直接连接符 2">
                  <a:extLst>
                    <a:ext uri="{FF2B5EF4-FFF2-40B4-BE49-F238E27FC236}">
                      <a16:creationId xmlns:a16="http://schemas.microsoft.com/office/drawing/2014/main" id="{97E0ECA4-3D7B-D8EC-3C91-C3D535529959}"/>
                    </a:ext>
                  </a:extLst>
                </p:cNvPr>
                <p:cNvCxnSpPr>
                  <a:cxnSpLocks/>
                </p:cNvCxnSpPr>
                <p:nvPr/>
              </p:nvCxnSpPr>
              <p:spPr>
                <a:xfrm>
                  <a:off x="271828" y="2359931"/>
                  <a:ext cx="4833570" cy="23354"/>
                </a:xfrm>
                <a:prstGeom prst="line">
                  <a:avLst/>
                </a:prstGeom>
                <a:ln w="38100"/>
              </p:spPr>
              <p:style>
                <a:lnRef idx="3">
                  <a:schemeClr val="dk1"/>
                </a:lnRef>
                <a:fillRef idx="0">
                  <a:schemeClr val="dk1"/>
                </a:fillRef>
                <a:effectRef idx="2">
                  <a:schemeClr val="dk1"/>
                </a:effectRef>
                <a:fontRef idx="minor">
                  <a:schemeClr val="tx1"/>
                </a:fontRef>
              </p:style>
            </p:cxnSp>
            <p:cxnSp>
              <p:nvCxnSpPr>
                <p:cNvPr id="5" name="直接连接符 4">
                  <a:extLst>
                    <a:ext uri="{FF2B5EF4-FFF2-40B4-BE49-F238E27FC236}">
                      <a16:creationId xmlns:a16="http://schemas.microsoft.com/office/drawing/2014/main" id="{BD7C8A6D-F1E6-C4A7-8673-A5FADA8FD471}"/>
                    </a:ext>
                  </a:extLst>
                </p:cNvPr>
                <p:cNvCxnSpPr>
                  <a:cxnSpLocks/>
                </p:cNvCxnSpPr>
                <p:nvPr/>
              </p:nvCxnSpPr>
              <p:spPr>
                <a:xfrm>
                  <a:off x="3540868" y="1468876"/>
                  <a:ext cx="0" cy="3920247"/>
                </a:xfrm>
                <a:prstGeom prst="line">
                  <a:avLst/>
                </a:prstGeom>
                <a:ln w="38100"/>
              </p:spPr>
              <p:style>
                <a:lnRef idx="3">
                  <a:schemeClr val="dk1"/>
                </a:lnRef>
                <a:fillRef idx="0">
                  <a:schemeClr val="dk1"/>
                </a:fillRef>
                <a:effectRef idx="2">
                  <a:schemeClr val="dk1"/>
                </a:effectRef>
                <a:fontRef idx="minor">
                  <a:schemeClr val="tx1"/>
                </a:fontRef>
              </p:style>
            </p:cxnSp>
            <p:cxnSp>
              <p:nvCxnSpPr>
                <p:cNvPr id="8" name="直接连接符 7">
                  <a:extLst>
                    <a:ext uri="{FF2B5EF4-FFF2-40B4-BE49-F238E27FC236}">
                      <a16:creationId xmlns:a16="http://schemas.microsoft.com/office/drawing/2014/main" id="{349259E8-5367-8A51-5D5F-2AA935D9F53C}"/>
                    </a:ext>
                  </a:extLst>
                </p:cNvPr>
                <p:cNvCxnSpPr>
                  <a:cxnSpLocks/>
                </p:cNvCxnSpPr>
                <p:nvPr/>
              </p:nvCxnSpPr>
              <p:spPr>
                <a:xfrm>
                  <a:off x="4695217" y="1468876"/>
                  <a:ext cx="0" cy="3920247"/>
                </a:xfrm>
                <a:prstGeom prst="line">
                  <a:avLst/>
                </a:prstGeom>
                <a:ln w="38100"/>
              </p:spPr>
              <p:style>
                <a:lnRef idx="3">
                  <a:schemeClr val="dk1"/>
                </a:lnRef>
                <a:fillRef idx="0">
                  <a:schemeClr val="dk1"/>
                </a:fillRef>
                <a:effectRef idx="2">
                  <a:schemeClr val="dk1"/>
                </a:effectRef>
                <a:fontRef idx="minor">
                  <a:schemeClr val="tx1"/>
                </a:fontRef>
              </p:style>
            </p:cxnSp>
            <p:sp>
              <p:nvSpPr>
                <p:cNvPr id="12" name="椭圆 11">
                  <a:extLst>
                    <a:ext uri="{FF2B5EF4-FFF2-40B4-BE49-F238E27FC236}">
                      <a16:creationId xmlns:a16="http://schemas.microsoft.com/office/drawing/2014/main" id="{BD4047BA-8AF3-F615-F52C-73EBD40652A0}"/>
                    </a:ext>
                  </a:extLst>
                </p:cNvPr>
                <p:cNvSpPr/>
                <p:nvPr/>
              </p:nvSpPr>
              <p:spPr>
                <a:xfrm>
                  <a:off x="1226845" y="2543789"/>
                  <a:ext cx="243190" cy="24319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3B4EA572-E1F8-4F08-CBB9-F195FF880D6E}"/>
                    </a:ext>
                  </a:extLst>
                </p:cNvPr>
                <p:cNvGrpSpPr/>
                <p:nvPr/>
              </p:nvGrpSpPr>
              <p:grpSpPr>
                <a:xfrm>
                  <a:off x="4974079" y="3258922"/>
                  <a:ext cx="505828" cy="639854"/>
                  <a:chOff x="3714349" y="3572971"/>
                  <a:chExt cx="505828" cy="639854"/>
                </a:xfrm>
              </p:grpSpPr>
              <p:sp>
                <p:nvSpPr>
                  <p:cNvPr id="10" name="椭圆 9">
                    <a:extLst>
                      <a:ext uri="{FF2B5EF4-FFF2-40B4-BE49-F238E27FC236}">
                        <a16:creationId xmlns:a16="http://schemas.microsoft.com/office/drawing/2014/main" id="{6DA73810-05BA-6DE0-57F3-2753E9800E4E}"/>
                      </a:ext>
                    </a:extLst>
                  </p:cNvPr>
                  <p:cNvSpPr/>
                  <p:nvPr/>
                </p:nvSpPr>
                <p:spPr>
                  <a:xfrm>
                    <a:off x="3724073" y="3572971"/>
                    <a:ext cx="243190" cy="24319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0EF3A72-2633-99C9-A2D4-689718610318}"/>
                      </a:ext>
                    </a:extLst>
                  </p:cNvPr>
                  <p:cNvSpPr txBox="1"/>
                  <p:nvPr/>
                </p:nvSpPr>
                <p:spPr>
                  <a:xfrm>
                    <a:off x="3714349" y="3816161"/>
                    <a:ext cx="505828" cy="396664"/>
                  </a:xfrm>
                  <a:prstGeom prst="rect">
                    <a:avLst/>
                  </a:prstGeom>
                  <a:noFill/>
                </p:spPr>
                <p:txBody>
                  <a:bodyPr wrap="square" rtlCol="0">
                    <a:spAutoFit/>
                  </a:bodyPr>
                  <a:lstStyle/>
                  <a:p>
                    <a:r>
                      <a:rPr lang="en-US" altLang="zh-CN" dirty="0">
                        <a:latin typeface="Arial" panose="020B0604020202020204" pitchFamily="34" charset="0"/>
                        <a:ea typeface="黑体" panose="02010609060101010101" pitchFamily="49" charset="-122"/>
                      </a:rPr>
                      <a:t>2</a:t>
                    </a:r>
                    <a:endParaRPr lang="zh-CN" altLang="en-US" dirty="0">
                      <a:latin typeface="Arial" panose="020B0604020202020204" pitchFamily="34" charset="0"/>
                      <a:ea typeface="黑体" panose="02010609060101010101" pitchFamily="49" charset="-122"/>
                    </a:endParaRPr>
                  </a:p>
                </p:txBody>
              </p:sp>
            </p:grpSp>
            <p:grpSp>
              <p:nvGrpSpPr>
                <p:cNvPr id="26" name="组合 25">
                  <a:extLst>
                    <a:ext uri="{FF2B5EF4-FFF2-40B4-BE49-F238E27FC236}">
                      <a16:creationId xmlns:a16="http://schemas.microsoft.com/office/drawing/2014/main" id="{AA0CF0EE-9E6F-9433-FE72-6A84F83D82C8}"/>
                    </a:ext>
                  </a:extLst>
                </p:cNvPr>
                <p:cNvGrpSpPr/>
                <p:nvPr/>
              </p:nvGrpSpPr>
              <p:grpSpPr>
                <a:xfrm>
                  <a:off x="3764607" y="1586905"/>
                  <a:ext cx="539877" cy="548643"/>
                  <a:chOff x="3724073" y="903702"/>
                  <a:chExt cx="539877" cy="548643"/>
                </a:xfrm>
              </p:grpSpPr>
              <p:sp>
                <p:nvSpPr>
                  <p:cNvPr id="11" name="椭圆 10">
                    <a:extLst>
                      <a:ext uri="{FF2B5EF4-FFF2-40B4-BE49-F238E27FC236}">
                        <a16:creationId xmlns:a16="http://schemas.microsoft.com/office/drawing/2014/main" id="{D894E5FB-3E9F-0E59-7BA8-B7A97345B5A3}"/>
                      </a:ext>
                    </a:extLst>
                  </p:cNvPr>
                  <p:cNvSpPr/>
                  <p:nvPr/>
                </p:nvSpPr>
                <p:spPr>
                  <a:xfrm>
                    <a:off x="4020760" y="1209155"/>
                    <a:ext cx="243190" cy="24319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7A0743C5-61A4-C74C-9635-4305B9E9E6A5}"/>
                      </a:ext>
                    </a:extLst>
                  </p:cNvPr>
                  <p:cNvSpPr txBox="1"/>
                  <p:nvPr/>
                </p:nvSpPr>
                <p:spPr>
                  <a:xfrm>
                    <a:off x="3724073" y="903702"/>
                    <a:ext cx="505828" cy="396664"/>
                  </a:xfrm>
                  <a:prstGeom prst="rect">
                    <a:avLst/>
                  </a:prstGeom>
                  <a:noFill/>
                </p:spPr>
                <p:txBody>
                  <a:bodyPr wrap="square" rtlCol="0">
                    <a:spAutoFit/>
                  </a:bodyPr>
                  <a:lstStyle/>
                  <a:p>
                    <a:r>
                      <a:rPr lang="en-US" altLang="zh-CN" dirty="0">
                        <a:latin typeface="Arial" panose="020B0604020202020204" pitchFamily="34" charset="0"/>
                        <a:ea typeface="黑体" panose="02010609060101010101" pitchFamily="49" charset="-122"/>
                      </a:rPr>
                      <a:t>3</a:t>
                    </a:r>
                    <a:endParaRPr lang="zh-CN" altLang="en-US" dirty="0">
                      <a:latin typeface="Arial" panose="020B0604020202020204" pitchFamily="34" charset="0"/>
                      <a:ea typeface="黑体" panose="02010609060101010101" pitchFamily="49" charset="-122"/>
                    </a:endParaRPr>
                  </a:p>
                </p:txBody>
              </p:sp>
            </p:grpSp>
            <p:sp>
              <p:nvSpPr>
                <p:cNvPr id="16" name="文本框 15">
                  <a:extLst>
                    <a:ext uri="{FF2B5EF4-FFF2-40B4-BE49-F238E27FC236}">
                      <a16:creationId xmlns:a16="http://schemas.microsoft.com/office/drawing/2014/main" id="{3DBEE2F5-0772-48F1-CA3C-1BA04D100E9A}"/>
                    </a:ext>
                  </a:extLst>
                </p:cNvPr>
                <p:cNvSpPr txBox="1"/>
                <p:nvPr/>
              </p:nvSpPr>
              <p:spPr>
                <a:xfrm>
                  <a:off x="920896" y="3059667"/>
                  <a:ext cx="505828" cy="396664"/>
                </a:xfrm>
                <a:prstGeom prst="rect">
                  <a:avLst/>
                </a:prstGeom>
                <a:noFill/>
              </p:spPr>
              <p:txBody>
                <a:bodyPr wrap="square" rtlCol="0">
                  <a:spAutoFit/>
                </a:bodyPr>
                <a:lstStyle/>
                <a:p>
                  <a:r>
                    <a:rPr lang="en-US" altLang="zh-CN" dirty="0">
                      <a:latin typeface="Arial" panose="020B0604020202020204" pitchFamily="34" charset="0"/>
                      <a:ea typeface="黑体" panose="02010609060101010101" pitchFamily="49" charset="-122"/>
                    </a:rPr>
                    <a:t>4</a:t>
                  </a:r>
                  <a:endParaRPr lang="zh-CN" altLang="en-US" dirty="0">
                    <a:latin typeface="Arial" panose="020B0604020202020204" pitchFamily="34" charset="0"/>
                    <a:ea typeface="黑体" panose="02010609060101010101" pitchFamily="49" charset="-122"/>
                  </a:endParaRPr>
                </a:p>
              </p:txBody>
            </p:sp>
            <p:grpSp>
              <p:nvGrpSpPr>
                <p:cNvPr id="21" name="组合 20">
                  <a:extLst>
                    <a:ext uri="{FF2B5EF4-FFF2-40B4-BE49-F238E27FC236}">
                      <a16:creationId xmlns:a16="http://schemas.microsoft.com/office/drawing/2014/main" id="{8A18BE7A-C238-A664-C409-5B2C6995192A}"/>
                    </a:ext>
                  </a:extLst>
                </p:cNvPr>
                <p:cNvGrpSpPr/>
                <p:nvPr/>
              </p:nvGrpSpPr>
              <p:grpSpPr>
                <a:xfrm>
                  <a:off x="4263950" y="4877605"/>
                  <a:ext cx="505828" cy="669036"/>
                  <a:chOff x="3035040" y="4932086"/>
                  <a:chExt cx="505828" cy="669036"/>
                </a:xfrm>
              </p:grpSpPr>
              <p:sp>
                <p:nvSpPr>
                  <p:cNvPr id="19" name="椭圆 18">
                    <a:extLst>
                      <a:ext uri="{FF2B5EF4-FFF2-40B4-BE49-F238E27FC236}">
                        <a16:creationId xmlns:a16="http://schemas.microsoft.com/office/drawing/2014/main" id="{4FD747C6-08B1-C9C3-1763-1E7D0B741741}"/>
                      </a:ext>
                    </a:extLst>
                  </p:cNvPr>
                  <p:cNvSpPr/>
                  <p:nvPr/>
                </p:nvSpPr>
                <p:spPr>
                  <a:xfrm>
                    <a:off x="3054496" y="4932086"/>
                    <a:ext cx="243190" cy="24319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DE93241-0733-8475-6AB8-FC12C49AA41B}"/>
                      </a:ext>
                    </a:extLst>
                  </p:cNvPr>
                  <p:cNvSpPr txBox="1"/>
                  <p:nvPr/>
                </p:nvSpPr>
                <p:spPr>
                  <a:xfrm>
                    <a:off x="3035040" y="5204458"/>
                    <a:ext cx="505828" cy="396664"/>
                  </a:xfrm>
                  <a:prstGeom prst="rect">
                    <a:avLst/>
                  </a:prstGeom>
                  <a:noFill/>
                </p:spPr>
                <p:txBody>
                  <a:bodyPr wrap="square" rtlCol="0">
                    <a:spAutoFit/>
                  </a:bodyPr>
                  <a:lstStyle/>
                  <a:p>
                    <a:r>
                      <a:rPr lang="en-US" altLang="zh-CN" dirty="0">
                        <a:latin typeface="Arial" panose="020B0604020202020204" pitchFamily="34" charset="0"/>
                        <a:ea typeface="黑体" panose="02010609060101010101" pitchFamily="49" charset="-122"/>
                      </a:rPr>
                      <a:t>1</a:t>
                    </a:r>
                    <a:endParaRPr lang="zh-CN" altLang="en-US" dirty="0">
                      <a:latin typeface="Arial" panose="020B0604020202020204" pitchFamily="34" charset="0"/>
                      <a:ea typeface="黑体" panose="02010609060101010101" pitchFamily="49" charset="-122"/>
                    </a:endParaRPr>
                  </a:p>
                </p:txBody>
              </p:sp>
            </p:grpSp>
            <p:sp>
              <p:nvSpPr>
                <p:cNvPr id="23" name="椭圆 22">
                  <a:extLst>
                    <a:ext uri="{FF2B5EF4-FFF2-40B4-BE49-F238E27FC236}">
                      <a16:creationId xmlns:a16="http://schemas.microsoft.com/office/drawing/2014/main" id="{FCFEAE9E-EA82-E9F9-4B0D-9E3C6D76D57D}"/>
                    </a:ext>
                  </a:extLst>
                </p:cNvPr>
                <p:cNvSpPr/>
                <p:nvPr/>
              </p:nvSpPr>
              <p:spPr>
                <a:xfrm>
                  <a:off x="4571992" y="4877605"/>
                  <a:ext cx="243190" cy="24319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B998984B-4F5B-ED3C-7BF0-F63EC792993F}"/>
                    </a:ext>
                  </a:extLst>
                </p:cNvPr>
                <p:cNvSpPr/>
                <p:nvPr/>
              </p:nvSpPr>
              <p:spPr>
                <a:xfrm>
                  <a:off x="4571992" y="3239393"/>
                  <a:ext cx="243190" cy="24319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a:extLst>
                    <a:ext uri="{FF2B5EF4-FFF2-40B4-BE49-F238E27FC236}">
                      <a16:creationId xmlns:a16="http://schemas.microsoft.com/office/drawing/2014/main" id="{A2056B73-BFEC-2800-D9DB-6FEB0228DAC5}"/>
                    </a:ext>
                  </a:extLst>
                </p:cNvPr>
                <p:cNvCxnSpPr>
                  <a:cxnSpLocks/>
                </p:cNvCxnSpPr>
                <p:nvPr/>
              </p:nvCxnSpPr>
              <p:spPr>
                <a:xfrm>
                  <a:off x="3540868" y="1468876"/>
                  <a:ext cx="1152719" cy="0"/>
                </a:xfrm>
                <a:prstGeom prst="line">
                  <a:avLst/>
                </a:prstGeom>
                <a:ln w="38100"/>
              </p:spPr>
              <p:style>
                <a:lnRef idx="3">
                  <a:schemeClr val="dk1"/>
                </a:lnRef>
                <a:fillRef idx="0">
                  <a:schemeClr val="dk1"/>
                </a:fillRef>
                <a:effectRef idx="2">
                  <a:schemeClr val="dk1"/>
                </a:effectRef>
                <a:fontRef idx="minor">
                  <a:schemeClr val="tx1"/>
                </a:fontRef>
              </p:style>
            </p:cxnSp>
            <p:sp>
              <p:nvSpPr>
                <p:cNvPr id="30" name="椭圆 29">
                  <a:extLst>
                    <a:ext uri="{FF2B5EF4-FFF2-40B4-BE49-F238E27FC236}">
                      <a16:creationId xmlns:a16="http://schemas.microsoft.com/office/drawing/2014/main" id="{33D170FC-91E6-FD42-E89F-2D0CE31FF9E3}"/>
                    </a:ext>
                  </a:extLst>
                </p:cNvPr>
                <p:cNvSpPr/>
                <p:nvPr/>
              </p:nvSpPr>
              <p:spPr>
                <a:xfrm>
                  <a:off x="4040216" y="2261690"/>
                  <a:ext cx="243190" cy="24319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C520F93F-DC9B-ACA5-E9AE-BC69C1B26823}"/>
                    </a:ext>
                  </a:extLst>
                </p:cNvPr>
                <p:cNvSpPr/>
                <p:nvPr/>
              </p:nvSpPr>
              <p:spPr>
                <a:xfrm>
                  <a:off x="1311618" y="2238336"/>
                  <a:ext cx="243190" cy="24319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7BF8047E-B326-D63F-30B7-5F7E581BA12E}"/>
                    </a:ext>
                  </a:extLst>
                </p:cNvPr>
                <p:cNvSpPr/>
                <p:nvPr/>
              </p:nvSpPr>
              <p:spPr>
                <a:xfrm>
                  <a:off x="4040214" y="1387425"/>
                  <a:ext cx="243190" cy="24319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A7840758-ABDC-B2A3-712E-A8D66D11B3BC}"/>
                    </a:ext>
                  </a:extLst>
                </p:cNvPr>
                <p:cNvSpPr/>
                <p:nvPr/>
              </p:nvSpPr>
              <p:spPr>
                <a:xfrm>
                  <a:off x="3419273" y="4871921"/>
                  <a:ext cx="243190" cy="243190"/>
                </a:xfrm>
                <a:prstGeom prst="ellipse">
                  <a:avLst/>
                </a:prstGeom>
                <a:solidFill>
                  <a:srgbClr val="FFFF00"/>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3E638F5C-432B-B4AF-2AFF-6F31408B9DA3}"/>
                    </a:ext>
                  </a:extLst>
                </p:cNvPr>
                <p:cNvSpPr txBox="1"/>
                <p:nvPr/>
              </p:nvSpPr>
              <p:spPr>
                <a:xfrm>
                  <a:off x="1274492" y="1377302"/>
                  <a:ext cx="1419048" cy="396664"/>
                </a:xfrm>
                <a:prstGeom prst="rect">
                  <a:avLst/>
                </a:prstGeom>
                <a:noFill/>
              </p:spPr>
              <p:txBody>
                <a:bodyPr wrap="square" rtlCol="0">
                  <a:spAutoFit/>
                </a:bodyPr>
                <a:lstStyle/>
                <a:p>
                  <a:pPr algn="r"/>
                  <a:endParaRPr lang="en-US" altLang="zh-CN" dirty="0"/>
                </a:p>
              </p:txBody>
            </p:sp>
          </p:grpSp>
        </p:grpSp>
        <p:sp>
          <p:nvSpPr>
            <p:cNvPr id="43" name="矩形 42">
              <a:extLst>
                <a:ext uri="{FF2B5EF4-FFF2-40B4-BE49-F238E27FC236}">
                  <a16:creationId xmlns:a16="http://schemas.microsoft.com/office/drawing/2014/main" id="{AA990105-A17A-C977-0455-CFF0E88E8262}"/>
                </a:ext>
              </a:extLst>
            </p:cNvPr>
            <p:cNvSpPr/>
            <p:nvPr/>
          </p:nvSpPr>
          <p:spPr>
            <a:xfrm>
              <a:off x="714375" y="4253822"/>
              <a:ext cx="2529642" cy="1064461"/>
            </a:xfrm>
            <a:prstGeom prst="rect">
              <a:avLst/>
            </a:prstGeom>
            <a:solidFill>
              <a:schemeClr val="bg1"/>
            </a:solidFill>
            <a:ln>
              <a:solidFill>
                <a:schemeClr val="tx1"/>
              </a:solidFill>
            </a:ln>
          </p:spPr>
          <p:txBody>
            <a:bodyPr wrap="square" rtlCol="0" anchor="ctr">
              <a:noAutofit/>
            </a:bodyPr>
            <a:lstStyle/>
            <a:p>
              <a:pPr algn="ctr">
                <a:buNone/>
              </a:pPr>
              <a:endParaRPr lang="zh-CN" altLang="en-US" dirty="0" err="1"/>
            </a:p>
          </p:txBody>
        </p:sp>
        <p:sp>
          <p:nvSpPr>
            <p:cNvPr id="17" name="椭圆 16">
              <a:extLst>
                <a:ext uri="{FF2B5EF4-FFF2-40B4-BE49-F238E27FC236}">
                  <a16:creationId xmlns:a16="http://schemas.microsoft.com/office/drawing/2014/main" id="{A270C6CD-1634-03DE-A565-AC8920BF98D1}"/>
                </a:ext>
              </a:extLst>
            </p:cNvPr>
            <p:cNvSpPr/>
            <p:nvPr/>
          </p:nvSpPr>
          <p:spPr>
            <a:xfrm>
              <a:off x="902748" y="4350791"/>
              <a:ext cx="215012" cy="21336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59E10617-10B2-2950-6F2D-E02EBD4E07A0}"/>
                </a:ext>
              </a:extLst>
            </p:cNvPr>
            <p:cNvSpPr txBox="1"/>
            <p:nvPr/>
          </p:nvSpPr>
          <p:spPr>
            <a:xfrm>
              <a:off x="1387314" y="4264478"/>
              <a:ext cx="1796502" cy="348020"/>
            </a:xfrm>
            <a:prstGeom prst="rect">
              <a:avLst/>
            </a:prstGeom>
            <a:noFill/>
          </p:spPr>
          <p:txBody>
            <a:bodyPr wrap="square" rtlCol="0" anchor="ctr" anchorCtr="1">
              <a:spAutoFit/>
            </a:bodyPr>
            <a:lstStyle/>
            <a:p>
              <a:pPr>
                <a:buNone/>
              </a:pPr>
              <a:r>
                <a:rPr lang="en-US" altLang="zh-CN" dirty="0">
                  <a:latin typeface="Arial" panose="020B0604020202020204" pitchFamily="34" charset="0"/>
                  <a:ea typeface="黑体" panose="02010609060101010101" pitchFamily="49" charset="-122"/>
                </a:rPr>
                <a:t>GNSS</a:t>
              </a:r>
              <a:r>
                <a:rPr lang="zh-CN" altLang="en-US" dirty="0">
                  <a:latin typeface="Arial" panose="020B0604020202020204" pitchFamily="34" charset="0"/>
                  <a:ea typeface="黑体" panose="02010609060101010101" pitchFamily="49" charset="-122"/>
                </a:rPr>
                <a:t> </a:t>
              </a:r>
              <a:r>
                <a:rPr lang="en-US" altLang="zh-CN" dirty="0">
                  <a:latin typeface="Arial" panose="020B0604020202020204" pitchFamily="34" charset="0"/>
                  <a:ea typeface="黑体" panose="02010609060101010101" pitchFamily="49" charset="-122"/>
                </a:rPr>
                <a:t>Results</a:t>
              </a:r>
              <a:endParaRPr lang="zh-CN" altLang="en-US" dirty="0">
                <a:latin typeface="Arial" panose="020B0604020202020204" pitchFamily="34" charset="0"/>
                <a:ea typeface="黑体" panose="02010609060101010101" pitchFamily="49" charset="-122"/>
              </a:endParaRPr>
            </a:p>
          </p:txBody>
        </p:sp>
        <p:sp>
          <p:nvSpPr>
            <p:cNvPr id="29" name="椭圆 28">
              <a:extLst>
                <a:ext uri="{FF2B5EF4-FFF2-40B4-BE49-F238E27FC236}">
                  <a16:creationId xmlns:a16="http://schemas.microsoft.com/office/drawing/2014/main" id="{29EFB577-54E6-C9A0-54BE-5C35E7A80E3C}"/>
                </a:ext>
              </a:extLst>
            </p:cNvPr>
            <p:cNvSpPr/>
            <p:nvPr/>
          </p:nvSpPr>
          <p:spPr>
            <a:xfrm>
              <a:off x="902748" y="4901646"/>
              <a:ext cx="215012" cy="21336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F0E36DEF-9286-C60C-E6A7-8AC1F90ED9F1}"/>
                </a:ext>
              </a:extLst>
            </p:cNvPr>
            <p:cNvSpPr/>
            <p:nvPr/>
          </p:nvSpPr>
          <p:spPr>
            <a:xfrm>
              <a:off x="1266843" y="4903777"/>
              <a:ext cx="215012" cy="213367"/>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631706AF-11E1-CFFA-242C-336A5EF728A2}"/>
                </a:ext>
              </a:extLst>
            </p:cNvPr>
            <p:cNvSpPr txBox="1"/>
            <p:nvPr/>
          </p:nvSpPr>
          <p:spPr>
            <a:xfrm>
              <a:off x="1475693" y="4834318"/>
              <a:ext cx="1593342" cy="348020"/>
            </a:xfrm>
            <a:prstGeom prst="rect">
              <a:avLst/>
            </a:prstGeom>
            <a:noFill/>
          </p:spPr>
          <p:txBody>
            <a:bodyPr wrap="square" rtlCol="0" anchor="ctr" anchorCtr="1">
              <a:spAutoFit/>
            </a:bodyPr>
            <a:lstStyle/>
            <a:p>
              <a:pPr>
                <a:buNone/>
              </a:pPr>
              <a:r>
                <a:rPr lang="en-US" altLang="zh-CN" dirty="0">
                  <a:latin typeface="Arial" panose="020B0604020202020204" pitchFamily="34" charset="0"/>
                  <a:ea typeface="黑体" panose="02010609060101010101" pitchFamily="49" charset="-122"/>
                </a:rPr>
                <a:t>Candidates</a:t>
              </a:r>
              <a:endParaRPr lang="zh-CN" altLang="en-US" dirty="0">
                <a:latin typeface="Arial" panose="020B0604020202020204" pitchFamily="34" charset="0"/>
                <a:ea typeface="黑体" panose="02010609060101010101" pitchFamily="49" charset="-122"/>
              </a:endParaRPr>
            </a:p>
          </p:txBody>
        </p:sp>
      </p:grpSp>
      <p:sp>
        <p:nvSpPr>
          <p:cNvPr id="58" name="文本框 57">
            <a:extLst>
              <a:ext uri="{FF2B5EF4-FFF2-40B4-BE49-F238E27FC236}">
                <a16:creationId xmlns:a16="http://schemas.microsoft.com/office/drawing/2014/main" id="{B8BA1A40-6369-956A-71A9-A30296182A96}"/>
              </a:ext>
            </a:extLst>
          </p:cNvPr>
          <p:cNvSpPr txBox="1"/>
          <p:nvPr/>
        </p:nvSpPr>
        <p:spPr>
          <a:xfrm>
            <a:off x="247649" y="1309630"/>
            <a:ext cx="5608917" cy="553998"/>
          </a:xfrm>
          <a:prstGeom prst="rect">
            <a:avLst/>
          </a:prstGeom>
          <a:noFill/>
        </p:spPr>
        <p:txBody>
          <a:bodyPr wrap="square">
            <a:spAutoFit/>
          </a:bodyPr>
          <a:lstStyle/>
          <a:p>
            <a:pPr marL="457200" indent="-457200">
              <a:buFont typeface="Arial" panose="020B0604020202020204" pitchFamily="34" charset="0"/>
              <a:buChar char="•"/>
            </a:pPr>
            <a:r>
              <a:rPr lang="en-US" altLang="zh-CN" sz="3000" b="0" i="0" dirty="0">
                <a:solidFill>
                  <a:srgbClr val="1A2029"/>
                </a:solidFill>
                <a:effectLst/>
                <a:latin typeface="Arial" panose="020B0604020202020204" pitchFamily="34" charset="0"/>
                <a:ea typeface="黑体" panose="02010609060101010101" pitchFamily="49" charset="-122"/>
              </a:rPr>
              <a:t>Viterbi Algorithm  </a:t>
            </a:r>
            <a:endParaRPr lang="zh-CN" altLang="en-US" dirty="0">
              <a:latin typeface="Arial" panose="020B0604020202020204" pitchFamily="34" charset="0"/>
              <a:ea typeface="黑体" panose="02010609060101010101" pitchFamily="49" charset="-122"/>
            </a:endParaRPr>
          </a:p>
        </p:txBody>
      </p:sp>
      <p:sp>
        <p:nvSpPr>
          <p:cNvPr id="22" name="箭头: 右 21">
            <a:extLst>
              <a:ext uri="{FF2B5EF4-FFF2-40B4-BE49-F238E27FC236}">
                <a16:creationId xmlns:a16="http://schemas.microsoft.com/office/drawing/2014/main" id="{2CC491D4-29DE-0D7C-CD9A-26F8EF68C7F6}"/>
              </a:ext>
            </a:extLst>
          </p:cNvPr>
          <p:cNvSpPr/>
          <p:nvPr/>
        </p:nvSpPr>
        <p:spPr>
          <a:xfrm>
            <a:off x="5175403" y="3020115"/>
            <a:ext cx="735926" cy="452855"/>
          </a:xfrm>
          <a:prstGeom prst="rightArrow">
            <a:avLst/>
          </a:prstGeom>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011F562-B5A5-C263-FE76-BC8DEF7BE648}"/>
                  </a:ext>
                </a:extLst>
              </p:cNvPr>
              <p:cNvSpPr txBox="1"/>
              <p:nvPr/>
            </p:nvSpPr>
            <p:spPr>
              <a:xfrm>
                <a:off x="6363819" y="4681310"/>
                <a:ext cx="5431131" cy="1657570"/>
              </a:xfrm>
              <a:prstGeom prst="rect">
                <a:avLst/>
              </a:prstGeom>
              <a:noFill/>
            </p:spPr>
            <p:txBody>
              <a:bodyPr wrap="square" rtlCol="0" anchor="ctr" anchorCtr="1">
                <a:spAutoFit/>
              </a:bodyPr>
              <a:lstStyle/>
              <a:p>
                <a:pPr marL="285750" indent="-285750">
                  <a:buFont typeface="Arial" panose="020B0604020202020204" pitchFamily="34" charset="0"/>
                  <a:buChar char="•"/>
                </a:pPr>
                <a:r>
                  <a:rPr lang="en-US" altLang="zh-CN" sz="2000" dirty="0"/>
                  <a:t>Exhaustive search: </a:t>
                </a:r>
                <a14:m>
                  <m:oMath xmlns:m="http://schemas.openxmlformats.org/officeDocument/2006/math">
                    <m:sSubSup>
                      <m:sSubSupPr>
                        <m:ctrlPr>
                          <a:rPr lang="en-US" altLang="zh-CN" sz="2000" b="0" i="1" smtClean="0">
                            <a:latin typeface="Cambria Math" panose="02040503050406030204" pitchFamily="18" charset="0"/>
                          </a:rPr>
                        </m:ctrlPr>
                      </m:sSubSupPr>
                      <m:e>
                        <m:r>
                          <m:rPr>
                            <m:sty m:val="p"/>
                          </m:rPr>
                          <a:rPr lang="en-US" altLang="zh-CN" sz="2000" b="0" i="0" smtClean="0">
                            <a:latin typeface="Cambria Math" panose="02040503050406030204" pitchFamily="18" charset="0"/>
                          </a:rPr>
                          <m:t>Π</m:t>
                        </m:r>
                      </m:e>
                      <m:sub>
                        <m:r>
                          <a:rPr lang="en-US" altLang="zh-CN" sz="2000" b="0" i="0" smtClean="0">
                            <a:latin typeface="Cambria Math" panose="02040503050406030204" pitchFamily="18" charset="0"/>
                          </a:rPr>
                          <m:t>1</m:t>
                        </m:r>
                      </m:sub>
                      <m:sup>
                        <m:r>
                          <m:rPr>
                            <m:sty m:val="p"/>
                          </m:rPr>
                          <a:rPr lang="en-US" altLang="zh-CN" sz="2000" b="0" i="0" smtClean="0">
                            <a:latin typeface="Cambria Math" panose="02040503050406030204" pitchFamily="18" charset="0"/>
                          </a:rPr>
                          <m:t>n</m:t>
                        </m:r>
                      </m:sup>
                    </m:sSubSup>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k</m:t>
                        </m:r>
                      </m:e>
                      <m:sub>
                        <m:r>
                          <m:rPr>
                            <m:sty m:val="p"/>
                          </m:rPr>
                          <a:rPr lang="en-US" altLang="zh-CN" sz="2000" b="0" i="0" smtClean="0">
                            <a:latin typeface="Cambria Math" panose="02040503050406030204" pitchFamily="18" charset="0"/>
                          </a:rPr>
                          <m:t>i</m:t>
                        </m:r>
                      </m:sub>
                    </m:sSub>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𝑂</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oMath>
                </a14:m>
                <a:r>
                  <a:rPr lang="en-US" altLang="zh-CN" sz="2000" dirty="0"/>
                  <a:t>, where n is the number of tracking points</a:t>
                </a:r>
                <a:r>
                  <a:rPr lang="zh-CN" altLang="en-US" sz="2000" dirty="0"/>
                  <a:t>，</a:t>
                </a:r>
                <a:r>
                  <a:rPr lang="en-US" altLang="zh-CN" sz="2000" dirty="0"/>
                  <a:t>k is the number of candidates for </a:t>
                </a:r>
                <a:r>
                  <a:rPr lang="en-US" altLang="zh-CN" sz="2000" dirty="0" err="1"/>
                  <a:t>i-th</a:t>
                </a:r>
                <a:r>
                  <a:rPr lang="en-US" altLang="zh-CN" sz="2000" dirty="0"/>
                  <a:t> tracking point</a:t>
                </a:r>
                <a:r>
                  <a:rPr lang="zh-CN" altLang="en-US" sz="2000" dirty="0"/>
                  <a:t>。</a:t>
                </a:r>
                <a:endParaRPr lang="en-US" altLang="zh-CN" sz="2000" dirty="0"/>
              </a:p>
              <a:p>
                <a:pPr marL="285750" indent="-285750">
                  <a:buFont typeface="Arial" panose="020B0604020202020204" pitchFamily="34" charset="0"/>
                  <a:buChar char="•"/>
                </a:pPr>
                <a:r>
                  <a:rPr lang="en-US" altLang="zh-CN" sz="2000" dirty="0"/>
                  <a:t>Viterbi algorithm: </a:t>
                </a:r>
                <a14:m>
                  <m:oMath xmlns:m="http://schemas.openxmlformats.org/officeDocument/2006/math">
                    <m:r>
                      <a:rPr lang="en-US" altLang="zh-CN" sz="2000" b="0" i="1" smtClean="0">
                        <a:latin typeface="Cambria Math" panose="02040503050406030204" pitchFamily="18" charset="0"/>
                      </a:rPr>
                      <m:t>𝑂</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𝑛</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oMath>
                </a14:m>
                <a:r>
                  <a:rPr lang="en-US" altLang="zh-CN" sz="2000" dirty="0"/>
                  <a:t>, a dynamic programming algorithm.</a:t>
                </a:r>
              </a:p>
            </p:txBody>
          </p:sp>
        </mc:Choice>
        <mc:Fallback xmlns="">
          <p:sp>
            <p:nvSpPr>
              <p:cNvPr id="24" name="文本框 23">
                <a:extLst>
                  <a:ext uri="{FF2B5EF4-FFF2-40B4-BE49-F238E27FC236}">
                    <a16:creationId xmlns:a16="http://schemas.microsoft.com/office/drawing/2014/main" id="{5011F562-B5A5-C263-FE76-BC8DEF7BE648}"/>
                  </a:ext>
                </a:extLst>
              </p:cNvPr>
              <p:cNvSpPr txBox="1">
                <a:spLocks noRot="1" noChangeAspect="1" noMove="1" noResize="1" noEditPoints="1" noAdjustHandles="1" noChangeArrowheads="1" noChangeShapeType="1" noTextEdit="1"/>
              </p:cNvSpPr>
              <p:nvPr/>
            </p:nvSpPr>
            <p:spPr>
              <a:xfrm>
                <a:off x="6363819" y="4681310"/>
                <a:ext cx="5431131" cy="1657570"/>
              </a:xfrm>
              <a:prstGeom prst="rect">
                <a:avLst/>
              </a:prstGeom>
              <a:blipFill>
                <a:blip r:embed="rId4"/>
                <a:stretch>
                  <a:fillRect l="-1908" t="-368" r="-2020" b="-55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35569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3E426-B84D-732A-8B86-C1DC38024B9D}"/>
            </a:ext>
          </a:extLst>
        </p:cNvPr>
        <p:cNvGrpSpPr/>
        <p:nvPr/>
      </p:nvGrpSpPr>
      <p:grpSpPr>
        <a:xfrm>
          <a:off x="0" y="0"/>
          <a:ext cx="0" cy="0"/>
          <a:chOff x="0" y="0"/>
          <a:chExt cx="0" cy="0"/>
        </a:xfrm>
      </p:grpSpPr>
      <p:sp>
        <p:nvSpPr>
          <p:cNvPr id="42" name="矩形: 圆角 41">
            <a:extLst>
              <a:ext uri="{FF2B5EF4-FFF2-40B4-BE49-F238E27FC236}">
                <a16:creationId xmlns:a16="http://schemas.microsoft.com/office/drawing/2014/main" id="{A10BE168-2BB2-8821-7DF1-502E89E0D8AC}"/>
              </a:ext>
            </a:extLst>
          </p:cNvPr>
          <p:cNvSpPr/>
          <p:nvPr/>
        </p:nvSpPr>
        <p:spPr>
          <a:xfrm>
            <a:off x="7409280" y="1370200"/>
            <a:ext cx="4492915" cy="5296861"/>
          </a:xfrm>
          <a:prstGeom prst="roundRect">
            <a:avLst/>
          </a:prstGeom>
          <a:solidFill>
            <a:srgbClr val="FF0000">
              <a:alpha val="20000"/>
            </a:srgbClr>
          </a:solidFill>
          <a:ln>
            <a:solidFill>
              <a:schemeClr val="tx1"/>
            </a:solidFill>
          </a:ln>
        </p:spPr>
        <p:txBody>
          <a:bodyPr wrap="square" rtlCol="0" anchor="ctr">
            <a:noAutofit/>
          </a:bodyPr>
          <a:lstStyle/>
          <a:p>
            <a:pPr algn="ctr">
              <a:buNone/>
            </a:pPr>
            <a:endParaRPr lang="zh-CN" altLang="en-US" dirty="0" err="1"/>
          </a:p>
        </p:txBody>
      </p:sp>
      <p:sp>
        <p:nvSpPr>
          <p:cNvPr id="104" name="矩形 103">
            <a:extLst>
              <a:ext uri="{FF2B5EF4-FFF2-40B4-BE49-F238E27FC236}">
                <a16:creationId xmlns:a16="http://schemas.microsoft.com/office/drawing/2014/main" id="{BAF974EB-E5CD-E27A-C953-0F71BD9F51FC}"/>
              </a:ext>
            </a:extLst>
          </p:cNvPr>
          <p:cNvSpPr/>
          <p:nvPr/>
        </p:nvSpPr>
        <p:spPr>
          <a:xfrm>
            <a:off x="289805" y="1306897"/>
            <a:ext cx="5557101" cy="5362113"/>
          </a:xfrm>
          <a:prstGeom prst="rect">
            <a:avLst/>
          </a:prstGeom>
          <a:solidFill>
            <a:srgbClr val="FF0000">
              <a:alpha val="20000"/>
            </a:srgbClr>
          </a:solidFill>
          <a:ln>
            <a:solidFill>
              <a:schemeClr val="tx1"/>
            </a:solidFill>
          </a:ln>
        </p:spPr>
        <p:txBody>
          <a:bodyPr wrap="square" rtlCol="0" anchor="ctr">
            <a:noAutofit/>
          </a:bodyPr>
          <a:lstStyle/>
          <a:p>
            <a:pPr algn="ctr">
              <a:buNone/>
            </a:pPr>
            <a:endParaRPr lang="zh-CN" altLang="en-US" dirty="0" err="1"/>
          </a:p>
        </p:txBody>
      </p:sp>
      <p:sp>
        <p:nvSpPr>
          <p:cNvPr id="2" name="标题 1">
            <a:extLst>
              <a:ext uri="{FF2B5EF4-FFF2-40B4-BE49-F238E27FC236}">
                <a16:creationId xmlns:a16="http://schemas.microsoft.com/office/drawing/2014/main" id="{676473FD-8C56-4233-300D-EB9E907C90E7}"/>
              </a:ext>
            </a:extLst>
          </p:cNvPr>
          <p:cNvSpPr txBox="1">
            <a:spLocks/>
          </p:cNvSpPr>
          <p:nvPr/>
        </p:nvSpPr>
        <p:spPr>
          <a:xfrm>
            <a:off x="3764607" y="115848"/>
            <a:ext cx="8030344" cy="1052736"/>
          </a:xfrm>
          <a:prstGeom prst="rect">
            <a:avLst/>
          </a:prstGeom>
        </p:spPr>
        <p:txBody>
          <a:bodyPr/>
          <a:lst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a:lstStyle>
          <a:p>
            <a:r>
              <a:rPr lang="en-US" altLang="zh-CN" kern="0" dirty="0">
                <a:latin typeface="Arial" panose="020B0604020202020204" pitchFamily="34" charset="0"/>
                <a:ea typeface="黑体" panose="02010609060101010101" pitchFamily="49" charset="-122"/>
              </a:rPr>
              <a:t> Viterbi Algorithm</a:t>
            </a:r>
            <a:endParaRPr lang="zh-CN" altLang="en-US" kern="0" dirty="0">
              <a:latin typeface="Arial" panose="020B0604020202020204" pitchFamily="34" charset="0"/>
              <a:ea typeface="黑体" panose="02010609060101010101" pitchFamily="49" charset="-122"/>
            </a:endParaRPr>
          </a:p>
        </p:txBody>
      </p:sp>
      <p:sp>
        <p:nvSpPr>
          <p:cNvPr id="37" name="箭头: 右 36">
            <a:extLst>
              <a:ext uri="{FF2B5EF4-FFF2-40B4-BE49-F238E27FC236}">
                <a16:creationId xmlns:a16="http://schemas.microsoft.com/office/drawing/2014/main" id="{99E5A5C7-800F-1453-27BE-FEC7C46A1275}"/>
              </a:ext>
            </a:extLst>
          </p:cNvPr>
          <p:cNvSpPr/>
          <p:nvPr/>
        </p:nvSpPr>
        <p:spPr>
          <a:xfrm>
            <a:off x="6302004" y="3626966"/>
            <a:ext cx="735926" cy="452855"/>
          </a:xfrm>
          <a:prstGeom prst="rightArrow">
            <a:avLst/>
          </a:prstGeom>
          <a:ln>
            <a:solidFill>
              <a:schemeClr val="tx1"/>
            </a:solidFill>
          </a:ln>
        </p:spPr>
        <p:txBody>
          <a:bodyPr wrap="square" rtlCol="0" anchor="ctr">
            <a:noAutofit/>
          </a:bodyPr>
          <a:lstStyle/>
          <a:p>
            <a:pPr algn="ctr">
              <a:buNone/>
            </a:pPr>
            <a:endParaRPr lang="zh-CN" altLang="en-US" dirty="0" err="1"/>
          </a:p>
        </p:txBody>
      </p:sp>
      <p:grpSp>
        <p:nvGrpSpPr>
          <p:cNvPr id="30" name="组合 29">
            <a:extLst>
              <a:ext uri="{FF2B5EF4-FFF2-40B4-BE49-F238E27FC236}">
                <a16:creationId xmlns:a16="http://schemas.microsoft.com/office/drawing/2014/main" id="{283BFEFF-CBBA-3D46-B036-991E9C0489E9}"/>
              </a:ext>
            </a:extLst>
          </p:cNvPr>
          <p:cNvGrpSpPr/>
          <p:nvPr/>
        </p:nvGrpSpPr>
        <p:grpSpPr>
          <a:xfrm>
            <a:off x="289805" y="1395733"/>
            <a:ext cx="2846355" cy="2296162"/>
            <a:chOff x="6763595" y="1309630"/>
            <a:chExt cx="2846355" cy="2296162"/>
          </a:xfrm>
        </p:grpSpPr>
        <p:grpSp>
          <p:nvGrpSpPr>
            <p:cNvPr id="28" name="组合 27">
              <a:extLst>
                <a:ext uri="{FF2B5EF4-FFF2-40B4-BE49-F238E27FC236}">
                  <a16:creationId xmlns:a16="http://schemas.microsoft.com/office/drawing/2014/main" id="{F14AD0A2-724F-0B88-B570-30E766AED503}"/>
                </a:ext>
              </a:extLst>
            </p:cNvPr>
            <p:cNvGrpSpPr/>
            <p:nvPr/>
          </p:nvGrpSpPr>
          <p:grpSpPr>
            <a:xfrm>
              <a:off x="6763595" y="1319010"/>
              <a:ext cx="1197470" cy="2286782"/>
              <a:chOff x="6763595" y="1319010"/>
              <a:chExt cx="1197470" cy="2286782"/>
            </a:xfrm>
          </p:grpSpPr>
          <p:grpSp>
            <p:nvGrpSpPr>
              <p:cNvPr id="40" name="组合 39">
                <a:extLst>
                  <a:ext uri="{FF2B5EF4-FFF2-40B4-BE49-F238E27FC236}">
                    <a16:creationId xmlns:a16="http://schemas.microsoft.com/office/drawing/2014/main" id="{790BC628-1AAF-ADF6-FB64-FCC12C214D8A}"/>
                  </a:ext>
                </a:extLst>
              </p:cNvPr>
              <p:cNvGrpSpPr/>
              <p:nvPr/>
            </p:nvGrpSpPr>
            <p:grpSpPr>
              <a:xfrm>
                <a:off x="6763595" y="1319010"/>
                <a:ext cx="1197470" cy="743777"/>
                <a:chOff x="6939985" y="1469949"/>
                <a:chExt cx="1197470" cy="743777"/>
              </a:xfrm>
            </p:grpSpPr>
            <p:sp>
              <p:nvSpPr>
                <p:cNvPr id="38" name="流程图: 汇总连接 37">
                  <a:extLst>
                    <a:ext uri="{FF2B5EF4-FFF2-40B4-BE49-F238E27FC236}">
                      <a16:creationId xmlns:a16="http://schemas.microsoft.com/office/drawing/2014/main" id="{B8D498C5-BB88-8B70-D262-32F36AFDAD4B}"/>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F61C4067-2354-B7D2-EFA5-AC8FD2905FBB}"/>
                        </a:ext>
                      </a:extLst>
                    </p:cNvPr>
                    <p:cNvSpPr txBox="1"/>
                    <p:nvPr/>
                  </p:nvSpPr>
                  <p:spPr>
                    <a:xfrm>
                      <a:off x="6939985" y="1469949"/>
                      <a:ext cx="1197470" cy="403059"/>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1</m:t>
                                </m:r>
                              </m:sup>
                            </m:sSubSup>
                            <m:r>
                              <a:rPr lang="en-US" altLang="zh-CN" sz="2000" b="0" i="0" smtClean="0">
                                <a:latin typeface="Cambria Math" panose="02040503050406030204" pitchFamily="18" charset="0"/>
                              </a:rPr>
                              <m:t>=0.1</m:t>
                            </m:r>
                          </m:oMath>
                        </m:oMathPara>
                      </a14:m>
                      <a:endParaRPr lang="zh-CN" altLang="en-US" sz="2000" dirty="0"/>
                    </a:p>
                  </p:txBody>
                </p:sp>
              </mc:Choice>
              <mc:Fallback xmlns="">
                <p:sp>
                  <p:nvSpPr>
                    <p:cNvPr id="39" name="文本框 38">
                      <a:extLst>
                        <a:ext uri="{FF2B5EF4-FFF2-40B4-BE49-F238E27FC236}">
                          <a16:creationId xmlns:a16="http://schemas.microsoft.com/office/drawing/2014/main" id="{F61C4067-2354-B7D2-EFA5-AC8FD2905FBB}"/>
                        </a:ext>
                      </a:extLst>
                    </p:cNvPr>
                    <p:cNvSpPr txBox="1">
                      <a:spLocks noRot="1" noChangeAspect="1" noMove="1" noResize="1" noEditPoints="1" noAdjustHandles="1" noChangeArrowheads="1" noChangeShapeType="1" noTextEdit="1"/>
                    </p:cNvSpPr>
                    <p:nvPr/>
                  </p:nvSpPr>
                  <p:spPr>
                    <a:xfrm>
                      <a:off x="6939985" y="1469949"/>
                      <a:ext cx="1197470" cy="403059"/>
                    </a:xfrm>
                    <a:prstGeom prst="rect">
                      <a:avLst/>
                    </a:prstGeom>
                    <a:blipFill>
                      <a:blip r:embed="rId3"/>
                      <a:stretch>
                        <a:fillRect b="-2985"/>
                      </a:stretch>
                    </a:blipFill>
                  </p:spPr>
                  <p:txBody>
                    <a:bodyPr/>
                    <a:lstStyle/>
                    <a:p>
                      <a:r>
                        <a:rPr lang="zh-CN" altLang="en-US">
                          <a:noFill/>
                        </a:rPr>
                        <a:t> </a:t>
                      </a:r>
                    </a:p>
                  </p:txBody>
                </p:sp>
              </mc:Fallback>
            </mc:AlternateContent>
          </p:grpSp>
          <p:grpSp>
            <p:nvGrpSpPr>
              <p:cNvPr id="45" name="组合 44">
                <a:extLst>
                  <a:ext uri="{FF2B5EF4-FFF2-40B4-BE49-F238E27FC236}">
                    <a16:creationId xmlns:a16="http://schemas.microsoft.com/office/drawing/2014/main" id="{FA95D1B0-D2CB-195B-E6B1-A0D13276C75E}"/>
                  </a:ext>
                </a:extLst>
              </p:cNvPr>
              <p:cNvGrpSpPr/>
              <p:nvPr/>
            </p:nvGrpSpPr>
            <p:grpSpPr>
              <a:xfrm>
                <a:off x="6763595" y="2071294"/>
                <a:ext cx="1197470" cy="762626"/>
                <a:chOff x="6939985" y="1451100"/>
                <a:chExt cx="1197470" cy="762626"/>
              </a:xfrm>
            </p:grpSpPr>
            <p:sp>
              <p:nvSpPr>
                <p:cNvPr id="46" name="流程图: 汇总连接 45">
                  <a:extLst>
                    <a:ext uri="{FF2B5EF4-FFF2-40B4-BE49-F238E27FC236}">
                      <a16:creationId xmlns:a16="http://schemas.microsoft.com/office/drawing/2014/main" id="{E077A006-F305-4472-8C10-C8937C541A64}"/>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2952BEB1-6FD2-CAC7-9D1B-2D0A07887760}"/>
                        </a:ext>
                      </a:extLst>
                    </p:cNvPr>
                    <p:cNvSpPr txBox="1"/>
                    <p:nvPr/>
                  </p:nvSpPr>
                  <p:spPr>
                    <a:xfrm>
                      <a:off x="6939985" y="1451100"/>
                      <a:ext cx="1197470" cy="403700"/>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=0.4</m:t>
                            </m:r>
                          </m:oMath>
                        </m:oMathPara>
                      </a14:m>
                      <a:endParaRPr lang="zh-CN" altLang="en-US" sz="2000" dirty="0"/>
                    </a:p>
                  </p:txBody>
                </p:sp>
              </mc:Choice>
              <mc:Fallback xmlns="">
                <p:sp>
                  <p:nvSpPr>
                    <p:cNvPr id="47" name="文本框 46">
                      <a:extLst>
                        <a:ext uri="{FF2B5EF4-FFF2-40B4-BE49-F238E27FC236}">
                          <a16:creationId xmlns:a16="http://schemas.microsoft.com/office/drawing/2014/main" id="{2952BEB1-6FD2-CAC7-9D1B-2D0A07887760}"/>
                        </a:ext>
                      </a:extLst>
                    </p:cNvPr>
                    <p:cNvSpPr txBox="1">
                      <a:spLocks noRot="1" noChangeAspect="1" noMove="1" noResize="1" noEditPoints="1" noAdjustHandles="1" noChangeArrowheads="1" noChangeShapeType="1" noTextEdit="1"/>
                    </p:cNvSpPr>
                    <p:nvPr/>
                  </p:nvSpPr>
                  <p:spPr>
                    <a:xfrm>
                      <a:off x="6939985" y="1451100"/>
                      <a:ext cx="1197470" cy="403700"/>
                    </a:xfrm>
                    <a:prstGeom prst="rect">
                      <a:avLst/>
                    </a:prstGeom>
                    <a:blipFill>
                      <a:blip r:embed="rId4"/>
                      <a:stretch>
                        <a:fillRect b="-4545"/>
                      </a:stretch>
                    </a:blipFill>
                  </p:spPr>
                  <p:txBody>
                    <a:bodyPr/>
                    <a:lstStyle/>
                    <a:p>
                      <a:r>
                        <a:rPr lang="zh-CN" altLang="en-US">
                          <a:noFill/>
                        </a:rPr>
                        <a:t> </a:t>
                      </a:r>
                    </a:p>
                  </p:txBody>
                </p:sp>
              </mc:Fallback>
            </mc:AlternateContent>
          </p:grpSp>
          <p:grpSp>
            <p:nvGrpSpPr>
              <p:cNvPr id="48" name="组合 47">
                <a:extLst>
                  <a:ext uri="{FF2B5EF4-FFF2-40B4-BE49-F238E27FC236}">
                    <a16:creationId xmlns:a16="http://schemas.microsoft.com/office/drawing/2014/main" id="{0C5D1A05-62DD-202D-2EE4-EE06261A25A3}"/>
                  </a:ext>
                </a:extLst>
              </p:cNvPr>
              <p:cNvGrpSpPr/>
              <p:nvPr/>
            </p:nvGrpSpPr>
            <p:grpSpPr>
              <a:xfrm>
                <a:off x="6763595" y="2885191"/>
                <a:ext cx="1197470" cy="720601"/>
                <a:chOff x="6939985" y="1493125"/>
                <a:chExt cx="1197470" cy="720601"/>
              </a:xfrm>
            </p:grpSpPr>
            <p:sp>
              <p:nvSpPr>
                <p:cNvPr id="49" name="流程图: 汇总连接 48">
                  <a:extLst>
                    <a:ext uri="{FF2B5EF4-FFF2-40B4-BE49-F238E27FC236}">
                      <a16:creationId xmlns:a16="http://schemas.microsoft.com/office/drawing/2014/main" id="{72B4A112-C20A-F94F-ABCC-ECB6C5338864}"/>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7D422E6B-24F9-CF10-6F57-E9C3227AC1BA}"/>
                        </a:ext>
                      </a:extLst>
                    </p:cNvPr>
                    <p:cNvSpPr txBox="1"/>
                    <p:nvPr/>
                  </p:nvSpPr>
                  <p:spPr>
                    <a:xfrm>
                      <a:off x="6939985" y="1493125"/>
                      <a:ext cx="1197470" cy="40517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3</m:t>
                                </m:r>
                              </m:sup>
                            </m:sSubSup>
                            <m:r>
                              <a:rPr lang="en-US" altLang="zh-CN" sz="2000" b="0" i="1" smtClean="0">
                                <a:latin typeface="Cambria Math" panose="02040503050406030204" pitchFamily="18" charset="0"/>
                              </a:rPr>
                              <m:t>=0.5</m:t>
                            </m:r>
                          </m:oMath>
                        </m:oMathPara>
                      </a14:m>
                      <a:endParaRPr lang="zh-CN" altLang="en-US" sz="2000" dirty="0"/>
                    </a:p>
                  </p:txBody>
                </p:sp>
              </mc:Choice>
              <mc:Fallback xmlns="">
                <p:sp>
                  <p:nvSpPr>
                    <p:cNvPr id="50" name="文本框 49">
                      <a:extLst>
                        <a:ext uri="{FF2B5EF4-FFF2-40B4-BE49-F238E27FC236}">
                          <a16:creationId xmlns:a16="http://schemas.microsoft.com/office/drawing/2014/main" id="{7D422E6B-24F9-CF10-6F57-E9C3227AC1BA}"/>
                        </a:ext>
                      </a:extLst>
                    </p:cNvPr>
                    <p:cNvSpPr txBox="1">
                      <a:spLocks noRot="1" noChangeAspect="1" noMove="1" noResize="1" noEditPoints="1" noAdjustHandles="1" noChangeArrowheads="1" noChangeShapeType="1" noTextEdit="1"/>
                    </p:cNvSpPr>
                    <p:nvPr/>
                  </p:nvSpPr>
                  <p:spPr>
                    <a:xfrm>
                      <a:off x="6939985" y="1493125"/>
                      <a:ext cx="1197470" cy="405176"/>
                    </a:xfrm>
                    <a:prstGeom prst="rect">
                      <a:avLst/>
                    </a:prstGeom>
                    <a:blipFill>
                      <a:blip r:embed="rId5"/>
                      <a:stretch>
                        <a:fillRect b="-2985"/>
                      </a:stretch>
                    </a:blipFill>
                  </p:spPr>
                  <p:txBody>
                    <a:bodyPr/>
                    <a:lstStyle/>
                    <a:p>
                      <a:r>
                        <a:rPr lang="zh-CN" altLang="en-US">
                          <a:noFill/>
                        </a:rPr>
                        <a:t> </a:t>
                      </a:r>
                    </a:p>
                  </p:txBody>
                </p:sp>
              </mc:Fallback>
            </mc:AlternateContent>
          </p:grpSp>
        </p:grpSp>
        <p:sp>
          <p:nvSpPr>
            <p:cNvPr id="52" name="流程图: 汇总连接 51">
              <a:extLst>
                <a:ext uri="{FF2B5EF4-FFF2-40B4-BE49-F238E27FC236}">
                  <a16:creationId xmlns:a16="http://schemas.microsoft.com/office/drawing/2014/main" id="{4FB53D67-5744-1A1D-FBE1-751F0ACF50EA}"/>
                </a:ext>
              </a:extLst>
            </p:cNvPr>
            <p:cNvSpPr/>
            <p:nvPr/>
          </p:nvSpPr>
          <p:spPr>
            <a:xfrm>
              <a:off x="8896490" y="1688579"/>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692FA756-EC00-4777-D45F-945AA20EC2D9}"/>
                    </a:ext>
                  </a:extLst>
                </p:cNvPr>
                <p:cNvSpPr txBox="1"/>
                <p:nvPr/>
              </p:nvSpPr>
              <p:spPr>
                <a:xfrm>
                  <a:off x="8412480" y="1309630"/>
                  <a:ext cx="1197470" cy="40357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1</m:t>
                            </m:r>
                          </m:sup>
                        </m:sSubSup>
                        <m:r>
                          <a:rPr lang="en-US" altLang="zh-CN" sz="2000" b="0" i="0" smtClean="0">
                            <a:latin typeface="Cambria Math" panose="02040503050406030204" pitchFamily="18" charset="0"/>
                          </a:rPr>
                          <m:t>=0.2</m:t>
                        </m:r>
                      </m:oMath>
                    </m:oMathPara>
                  </a14:m>
                  <a:endParaRPr lang="zh-CN" altLang="en-US" sz="2000" dirty="0"/>
                </a:p>
              </p:txBody>
            </p:sp>
          </mc:Choice>
          <mc:Fallback xmlns="">
            <p:sp>
              <p:nvSpPr>
                <p:cNvPr id="53" name="文本框 52">
                  <a:extLst>
                    <a:ext uri="{FF2B5EF4-FFF2-40B4-BE49-F238E27FC236}">
                      <a16:creationId xmlns:a16="http://schemas.microsoft.com/office/drawing/2014/main" id="{692FA756-EC00-4777-D45F-945AA20EC2D9}"/>
                    </a:ext>
                  </a:extLst>
                </p:cNvPr>
                <p:cNvSpPr txBox="1">
                  <a:spLocks noRot="1" noChangeAspect="1" noMove="1" noResize="1" noEditPoints="1" noAdjustHandles="1" noChangeArrowheads="1" noChangeShapeType="1" noTextEdit="1"/>
                </p:cNvSpPr>
                <p:nvPr/>
              </p:nvSpPr>
              <p:spPr>
                <a:xfrm>
                  <a:off x="8412480" y="1309630"/>
                  <a:ext cx="1197470" cy="403572"/>
                </a:xfrm>
                <a:prstGeom prst="rect">
                  <a:avLst/>
                </a:prstGeom>
                <a:blipFill>
                  <a:blip r:embed="rId6"/>
                  <a:stretch>
                    <a:fillRect b="-4545"/>
                  </a:stretch>
                </a:blipFill>
              </p:spPr>
              <p:txBody>
                <a:bodyPr/>
                <a:lstStyle/>
                <a:p>
                  <a:r>
                    <a:rPr lang="zh-CN" altLang="en-US">
                      <a:noFill/>
                    </a:rPr>
                    <a:t> </a:t>
                  </a:r>
                </a:p>
              </p:txBody>
            </p:sp>
          </mc:Fallback>
        </mc:AlternateContent>
        <p:cxnSp>
          <p:nvCxnSpPr>
            <p:cNvPr id="55" name="直接箭头连接符 54">
              <a:extLst>
                <a:ext uri="{FF2B5EF4-FFF2-40B4-BE49-F238E27FC236}">
                  <a16:creationId xmlns:a16="http://schemas.microsoft.com/office/drawing/2014/main" id="{2AC86271-1854-C6B3-68AB-A1EFC639E3BE}"/>
                </a:ext>
              </a:extLst>
            </p:cNvPr>
            <p:cNvCxnSpPr>
              <a:stCxn id="38" idx="6"/>
              <a:endCxn id="52" idx="2"/>
            </p:cNvCxnSpPr>
            <p:nvPr/>
          </p:nvCxnSpPr>
          <p:spPr bwMode="auto">
            <a:xfrm flipV="1">
              <a:off x="7677290" y="1863628"/>
              <a:ext cx="1219200" cy="24110"/>
            </a:xfrm>
            <a:prstGeom prst="straightConnector1">
              <a:avLst/>
            </a:prstGeom>
            <a:noFill/>
            <a:ln w="9525" cap="flat" cmpd="sng" algn="ctr">
              <a:solidFill>
                <a:schemeClr val="tx1"/>
              </a:solidFill>
              <a:prstDash val="solid"/>
              <a:round/>
              <a:headEnd type="none" w="med" len="med"/>
              <a:tailEnd type="triangle"/>
            </a:ln>
            <a:effectLst/>
          </p:spPr>
        </p:cxnSp>
        <p:cxnSp>
          <p:nvCxnSpPr>
            <p:cNvPr id="57" name="直接箭头连接符 56">
              <a:extLst>
                <a:ext uri="{FF2B5EF4-FFF2-40B4-BE49-F238E27FC236}">
                  <a16:creationId xmlns:a16="http://schemas.microsoft.com/office/drawing/2014/main" id="{E3B38EF2-3BCF-E8FB-79C7-9B85ACF6788B}"/>
                </a:ext>
              </a:extLst>
            </p:cNvPr>
            <p:cNvCxnSpPr>
              <a:stCxn id="46" idx="6"/>
              <a:endCxn id="52" idx="3"/>
            </p:cNvCxnSpPr>
            <p:nvPr/>
          </p:nvCxnSpPr>
          <p:spPr bwMode="auto">
            <a:xfrm flipV="1">
              <a:off x="7677290" y="1987406"/>
              <a:ext cx="1265325" cy="671465"/>
            </a:xfrm>
            <a:prstGeom prst="straightConnector1">
              <a:avLst/>
            </a:prstGeom>
            <a:noFill/>
            <a:ln w="9525" cap="flat" cmpd="sng" algn="ctr">
              <a:solidFill>
                <a:schemeClr val="tx1"/>
              </a:solidFill>
              <a:prstDash val="solid"/>
              <a:round/>
              <a:headEnd type="none" w="med" len="med"/>
              <a:tailEnd type="triangle"/>
            </a:ln>
            <a:effectLst/>
          </p:spPr>
        </p:cxnSp>
        <p:cxnSp>
          <p:nvCxnSpPr>
            <p:cNvPr id="60" name="直接箭头连接符 59">
              <a:extLst>
                <a:ext uri="{FF2B5EF4-FFF2-40B4-BE49-F238E27FC236}">
                  <a16:creationId xmlns:a16="http://schemas.microsoft.com/office/drawing/2014/main" id="{89485033-E3BB-42B3-1A3A-601E522F7AD2}"/>
                </a:ext>
              </a:extLst>
            </p:cNvPr>
            <p:cNvCxnSpPr>
              <a:stCxn id="49" idx="6"/>
              <a:endCxn id="52" idx="4"/>
            </p:cNvCxnSpPr>
            <p:nvPr/>
          </p:nvCxnSpPr>
          <p:spPr bwMode="auto">
            <a:xfrm flipV="1">
              <a:off x="7677290" y="2038677"/>
              <a:ext cx="1376680" cy="1392066"/>
            </a:xfrm>
            <a:prstGeom prst="straightConnector1">
              <a:avLst/>
            </a:prstGeom>
            <a:noFill/>
            <a:ln w="9525" cap="flat" cmpd="sng" algn="ctr">
              <a:solidFill>
                <a:schemeClr val="tx1"/>
              </a:solidFill>
              <a:prstDash val="solid"/>
              <a:round/>
              <a:headEnd type="none" w="med" len="med"/>
              <a:tailEnd type="triangle"/>
            </a:ln>
            <a:effectLst/>
          </p:spPr>
        </p:cxnSp>
        <p:sp>
          <p:nvSpPr>
            <p:cNvPr id="61" name="文本框 60">
              <a:extLst>
                <a:ext uri="{FF2B5EF4-FFF2-40B4-BE49-F238E27FC236}">
                  <a16:creationId xmlns:a16="http://schemas.microsoft.com/office/drawing/2014/main" id="{25E1B986-1F7D-D7B1-D86F-8C9A0FCF0B57}"/>
                </a:ext>
              </a:extLst>
            </p:cNvPr>
            <p:cNvSpPr txBox="1"/>
            <p:nvPr/>
          </p:nvSpPr>
          <p:spPr>
            <a:xfrm>
              <a:off x="7845780" y="1586748"/>
              <a:ext cx="652210" cy="369332"/>
            </a:xfrm>
            <a:prstGeom prst="rect">
              <a:avLst/>
            </a:prstGeom>
            <a:noFill/>
          </p:spPr>
          <p:txBody>
            <a:bodyPr wrap="square" rtlCol="0" anchor="ctr" anchorCtr="1">
              <a:spAutoFit/>
            </a:bodyPr>
            <a:lstStyle/>
            <a:p>
              <a:pPr>
                <a:buNone/>
              </a:pPr>
              <a:r>
                <a:rPr lang="en-US" altLang="zh-CN" dirty="0"/>
                <a:t>0.1</a:t>
              </a:r>
              <a:endParaRPr lang="zh-CN" altLang="en-US" dirty="0"/>
            </a:p>
          </p:txBody>
        </p:sp>
        <p:sp>
          <p:nvSpPr>
            <p:cNvPr id="62" name="文本框 61">
              <a:extLst>
                <a:ext uri="{FF2B5EF4-FFF2-40B4-BE49-F238E27FC236}">
                  <a16:creationId xmlns:a16="http://schemas.microsoft.com/office/drawing/2014/main" id="{2E8FE42B-F8AE-B671-E62F-00031B745F3E}"/>
                </a:ext>
              </a:extLst>
            </p:cNvPr>
            <p:cNvSpPr txBox="1"/>
            <p:nvPr/>
          </p:nvSpPr>
          <p:spPr>
            <a:xfrm>
              <a:off x="7845780" y="2053724"/>
              <a:ext cx="652210" cy="369332"/>
            </a:xfrm>
            <a:prstGeom prst="rect">
              <a:avLst/>
            </a:prstGeom>
            <a:noFill/>
          </p:spPr>
          <p:txBody>
            <a:bodyPr wrap="square" rtlCol="0" anchor="ctr" anchorCtr="1">
              <a:spAutoFit/>
            </a:bodyPr>
            <a:lstStyle/>
            <a:p>
              <a:pPr>
                <a:buNone/>
              </a:pPr>
              <a:r>
                <a:rPr lang="en-US" altLang="zh-CN" dirty="0"/>
                <a:t>0.3</a:t>
              </a:r>
              <a:endParaRPr lang="zh-CN" altLang="en-US" dirty="0"/>
            </a:p>
          </p:txBody>
        </p:sp>
        <p:sp>
          <p:nvSpPr>
            <p:cNvPr id="63" name="文本框 62">
              <a:extLst>
                <a:ext uri="{FF2B5EF4-FFF2-40B4-BE49-F238E27FC236}">
                  <a16:creationId xmlns:a16="http://schemas.microsoft.com/office/drawing/2014/main" id="{1BF21A49-CF98-A204-F28F-1DEBC9AB88F8}"/>
                </a:ext>
              </a:extLst>
            </p:cNvPr>
            <p:cNvSpPr txBox="1"/>
            <p:nvPr/>
          </p:nvSpPr>
          <p:spPr>
            <a:xfrm>
              <a:off x="7845780" y="2560308"/>
              <a:ext cx="652210" cy="369332"/>
            </a:xfrm>
            <a:prstGeom prst="rect">
              <a:avLst/>
            </a:prstGeom>
            <a:noFill/>
          </p:spPr>
          <p:txBody>
            <a:bodyPr wrap="square" rtlCol="0" anchor="ctr" anchorCtr="1">
              <a:spAutoFit/>
            </a:bodyPr>
            <a:lstStyle/>
            <a:p>
              <a:pPr>
                <a:buNone/>
              </a:pPr>
              <a:r>
                <a:rPr lang="en-US" altLang="zh-CN" dirty="0"/>
                <a:t>0.6</a:t>
              </a:r>
              <a:endParaRPr lang="zh-CN" altLang="en-US" dirty="0"/>
            </a:p>
          </p:txBody>
        </p:sp>
      </p:grpSp>
      <p:grpSp>
        <p:nvGrpSpPr>
          <p:cNvPr id="32" name="组合 31">
            <a:extLst>
              <a:ext uri="{FF2B5EF4-FFF2-40B4-BE49-F238E27FC236}">
                <a16:creationId xmlns:a16="http://schemas.microsoft.com/office/drawing/2014/main" id="{CB24EE26-3398-4E61-548E-F8107707CF59}"/>
              </a:ext>
            </a:extLst>
          </p:cNvPr>
          <p:cNvGrpSpPr/>
          <p:nvPr/>
        </p:nvGrpSpPr>
        <p:grpSpPr>
          <a:xfrm>
            <a:off x="2978680" y="1431224"/>
            <a:ext cx="1197470" cy="2286782"/>
            <a:chOff x="9452470" y="1345121"/>
            <a:chExt cx="1197470" cy="2286782"/>
          </a:xfrm>
        </p:grpSpPr>
        <p:grpSp>
          <p:nvGrpSpPr>
            <p:cNvPr id="75" name="组合 74">
              <a:extLst>
                <a:ext uri="{FF2B5EF4-FFF2-40B4-BE49-F238E27FC236}">
                  <a16:creationId xmlns:a16="http://schemas.microsoft.com/office/drawing/2014/main" id="{318C84D3-DC6F-B4A4-593F-0E9C53B3AB27}"/>
                </a:ext>
              </a:extLst>
            </p:cNvPr>
            <p:cNvGrpSpPr/>
            <p:nvPr/>
          </p:nvGrpSpPr>
          <p:grpSpPr>
            <a:xfrm>
              <a:off x="9452470" y="1345121"/>
              <a:ext cx="1197470" cy="743777"/>
              <a:chOff x="6939985" y="1469949"/>
              <a:chExt cx="1197470" cy="743777"/>
            </a:xfrm>
          </p:grpSpPr>
          <p:sp>
            <p:nvSpPr>
              <p:cNvPr id="82" name="流程图: 汇总连接 81">
                <a:extLst>
                  <a:ext uri="{FF2B5EF4-FFF2-40B4-BE49-F238E27FC236}">
                    <a16:creationId xmlns:a16="http://schemas.microsoft.com/office/drawing/2014/main" id="{BE89E935-3D61-AD61-36BC-8FE4BBD3DBD0}"/>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37A45F11-903C-5412-EE84-182C8281D355}"/>
                      </a:ext>
                    </a:extLst>
                  </p:cNvPr>
                  <p:cNvSpPr txBox="1"/>
                  <p:nvPr/>
                </p:nvSpPr>
                <p:spPr>
                  <a:xfrm>
                    <a:off x="6939985" y="1469949"/>
                    <a:ext cx="1197470" cy="403059"/>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1</m:t>
                              </m:r>
                            </m:sup>
                          </m:sSubSup>
                          <m:r>
                            <a:rPr lang="en-US" altLang="zh-CN" sz="2000" b="0" i="0" smtClean="0">
                              <a:latin typeface="Cambria Math" panose="02040503050406030204" pitchFamily="18" charset="0"/>
                            </a:rPr>
                            <m:t>=0.1</m:t>
                          </m:r>
                        </m:oMath>
                      </m:oMathPara>
                    </a14:m>
                    <a:endParaRPr lang="zh-CN" altLang="en-US" sz="2000" dirty="0"/>
                  </a:p>
                </p:txBody>
              </p:sp>
            </mc:Choice>
            <mc:Fallback xmlns="">
              <p:sp>
                <p:nvSpPr>
                  <p:cNvPr id="83" name="文本框 82">
                    <a:extLst>
                      <a:ext uri="{FF2B5EF4-FFF2-40B4-BE49-F238E27FC236}">
                        <a16:creationId xmlns:a16="http://schemas.microsoft.com/office/drawing/2014/main" id="{37A45F11-903C-5412-EE84-182C8281D355}"/>
                      </a:ext>
                    </a:extLst>
                  </p:cNvPr>
                  <p:cNvSpPr txBox="1">
                    <a:spLocks noRot="1" noChangeAspect="1" noMove="1" noResize="1" noEditPoints="1" noAdjustHandles="1" noChangeArrowheads="1" noChangeShapeType="1" noTextEdit="1"/>
                  </p:cNvSpPr>
                  <p:nvPr/>
                </p:nvSpPr>
                <p:spPr>
                  <a:xfrm>
                    <a:off x="6939985" y="1469949"/>
                    <a:ext cx="1197470" cy="403059"/>
                  </a:xfrm>
                  <a:prstGeom prst="rect">
                    <a:avLst/>
                  </a:prstGeom>
                  <a:blipFill>
                    <a:blip r:embed="rId7"/>
                    <a:stretch>
                      <a:fillRect b="-4545"/>
                    </a:stretch>
                  </a:blipFill>
                </p:spPr>
                <p:txBody>
                  <a:bodyPr/>
                  <a:lstStyle/>
                  <a:p>
                    <a:r>
                      <a:rPr lang="zh-CN" altLang="en-US">
                        <a:noFill/>
                      </a:rPr>
                      <a:t> </a:t>
                    </a:r>
                  </a:p>
                </p:txBody>
              </p:sp>
            </mc:Fallback>
          </mc:AlternateContent>
        </p:grpSp>
        <p:grpSp>
          <p:nvGrpSpPr>
            <p:cNvPr id="76" name="组合 75">
              <a:extLst>
                <a:ext uri="{FF2B5EF4-FFF2-40B4-BE49-F238E27FC236}">
                  <a16:creationId xmlns:a16="http://schemas.microsoft.com/office/drawing/2014/main" id="{D56E4DE5-958C-97A1-E138-E5DE07DDDA08}"/>
                </a:ext>
              </a:extLst>
            </p:cNvPr>
            <p:cNvGrpSpPr/>
            <p:nvPr/>
          </p:nvGrpSpPr>
          <p:grpSpPr>
            <a:xfrm>
              <a:off x="9452470" y="2097405"/>
              <a:ext cx="1197470" cy="762626"/>
              <a:chOff x="6939985" y="1451100"/>
              <a:chExt cx="1197470" cy="762626"/>
            </a:xfrm>
          </p:grpSpPr>
          <p:sp>
            <p:nvSpPr>
              <p:cNvPr id="80" name="流程图: 汇总连接 79">
                <a:extLst>
                  <a:ext uri="{FF2B5EF4-FFF2-40B4-BE49-F238E27FC236}">
                    <a16:creationId xmlns:a16="http://schemas.microsoft.com/office/drawing/2014/main" id="{CF0307AA-333C-1AAA-1EDF-B25EF625EB61}"/>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2E826B0B-80F1-8027-4C9C-E9C0F883D412}"/>
                      </a:ext>
                    </a:extLst>
                  </p:cNvPr>
                  <p:cNvSpPr txBox="1"/>
                  <p:nvPr/>
                </p:nvSpPr>
                <p:spPr>
                  <a:xfrm>
                    <a:off x="6939985" y="1451100"/>
                    <a:ext cx="1197470" cy="403700"/>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=0.4</m:t>
                          </m:r>
                        </m:oMath>
                      </m:oMathPara>
                    </a14:m>
                    <a:endParaRPr lang="zh-CN" altLang="en-US" sz="2000" dirty="0"/>
                  </a:p>
                </p:txBody>
              </p:sp>
            </mc:Choice>
            <mc:Fallback xmlns="">
              <p:sp>
                <p:nvSpPr>
                  <p:cNvPr id="81" name="文本框 80">
                    <a:extLst>
                      <a:ext uri="{FF2B5EF4-FFF2-40B4-BE49-F238E27FC236}">
                        <a16:creationId xmlns:a16="http://schemas.microsoft.com/office/drawing/2014/main" id="{2E826B0B-80F1-8027-4C9C-E9C0F883D412}"/>
                      </a:ext>
                    </a:extLst>
                  </p:cNvPr>
                  <p:cNvSpPr txBox="1">
                    <a:spLocks noRot="1" noChangeAspect="1" noMove="1" noResize="1" noEditPoints="1" noAdjustHandles="1" noChangeArrowheads="1" noChangeShapeType="1" noTextEdit="1"/>
                  </p:cNvSpPr>
                  <p:nvPr/>
                </p:nvSpPr>
                <p:spPr>
                  <a:xfrm>
                    <a:off x="6939985" y="1451100"/>
                    <a:ext cx="1197470" cy="403700"/>
                  </a:xfrm>
                  <a:prstGeom prst="rect">
                    <a:avLst/>
                  </a:prstGeom>
                  <a:blipFill>
                    <a:blip r:embed="rId8"/>
                    <a:stretch>
                      <a:fillRect b="-4545"/>
                    </a:stretch>
                  </a:blipFill>
                </p:spPr>
                <p:txBody>
                  <a:bodyPr/>
                  <a:lstStyle/>
                  <a:p>
                    <a:r>
                      <a:rPr lang="zh-CN" altLang="en-US">
                        <a:noFill/>
                      </a:rPr>
                      <a:t> </a:t>
                    </a:r>
                  </a:p>
                </p:txBody>
              </p:sp>
            </mc:Fallback>
          </mc:AlternateContent>
        </p:grpSp>
        <p:grpSp>
          <p:nvGrpSpPr>
            <p:cNvPr id="77" name="组合 76">
              <a:extLst>
                <a:ext uri="{FF2B5EF4-FFF2-40B4-BE49-F238E27FC236}">
                  <a16:creationId xmlns:a16="http://schemas.microsoft.com/office/drawing/2014/main" id="{94440AF7-7E1B-6650-A5A3-AE94008143A8}"/>
                </a:ext>
              </a:extLst>
            </p:cNvPr>
            <p:cNvGrpSpPr/>
            <p:nvPr/>
          </p:nvGrpSpPr>
          <p:grpSpPr>
            <a:xfrm>
              <a:off x="9452470" y="2911302"/>
              <a:ext cx="1197470" cy="720601"/>
              <a:chOff x="6939985" y="1493125"/>
              <a:chExt cx="1197470" cy="720601"/>
            </a:xfrm>
          </p:grpSpPr>
          <p:sp>
            <p:nvSpPr>
              <p:cNvPr id="78" name="流程图: 汇总连接 77">
                <a:extLst>
                  <a:ext uri="{FF2B5EF4-FFF2-40B4-BE49-F238E27FC236}">
                    <a16:creationId xmlns:a16="http://schemas.microsoft.com/office/drawing/2014/main" id="{2274FDD4-EBD7-420B-46B7-1DA91BC0E780}"/>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5A9A168D-20A9-043A-0CD9-FB97A0498414}"/>
                      </a:ext>
                    </a:extLst>
                  </p:cNvPr>
                  <p:cNvSpPr txBox="1"/>
                  <p:nvPr/>
                </p:nvSpPr>
                <p:spPr>
                  <a:xfrm>
                    <a:off x="6939985" y="1493125"/>
                    <a:ext cx="1197470" cy="40517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3</m:t>
                              </m:r>
                            </m:sup>
                          </m:sSubSup>
                          <m:r>
                            <a:rPr lang="en-US" altLang="zh-CN" sz="2000" b="0" i="1" smtClean="0">
                              <a:latin typeface="Cambria Math" panose="02040503050406030204" pitchFamily="18" charset="0"/>
                            </a:rPr>
                            <m:t>=0.5</m:t>
                          </m:r>
                        </m:oMath>
                      </m:oMathPara>
                    </a14:m>
                    <a:endParaRPr lang="zh-CN" altLang="en-US" sz="2000" dirty="0"/>
                  </a:p>
                </p:txBody>
              </p:sp>
            </mc:Choice>
            <mc:Fallback xmlns="">
              <p:sp>
                <p:nvSpPr>
                  <p:cNvPr id="79" name="文本框 78">
                    <a:extLst>
                      <a:ext uri="{FF2B5EF4-FFF2-40B4-BE49-F238E27FC236}">
                        <a16:creationId xmlns:a16="http://schemas.microsoft.com/office/drawing/2014/main" id="{5A9A168D-20A9-043A-0CD9-FB97A0498414}"/>
                      </a:ext>
                    </a:extLst>
                  </p:cNvPr>
                  <p:cNvSpPr txBox="1">
                    <a:spLocks noRot="1" noChangeAspect="1" noMove="1" noResize="1" noEditPoints="1" noAdjustHandles="1" noChangeArrowheads="1" noChangeShapeType="1" noTextEdit="1"/>
                  </p:cNvSpPr>
                  <p:nvPr/>
                </p:nvSpPr>
                <p:spPr>
                  <a:xfrm>
                    <a:off x="6939985" y="1493125"/>
                    <a:ext cx="1197470" cy="405176"/>
                  </a:xfrm>
                  <a:prstGeom prst="rect">
                    <a:avLst/>
                  </a:prstGeom>
                  <a:blipFill>
                    <a:blip r:embed="rId9"/>
                    <a:stretch>
                      <a:fillRect b="-4545"/>
                    </a:stretch>
                  </a:blipFill>
                </p:spPr>
                <p:txBody>
                  <a:bodyPr/>
                  <a:lstStyle/>
                  <a:p>
                    <a:r>
                      <a:rPr lang="zh-CN" altLang="en-US">
                        <a:noFill/>
                      </a:rPr>
                      <a:t> </a:t>
                    </a:r>
                  </a:p>
                </p:txBody>
              </p:sp>
            </mc:Fallback>
          </mc:AlternateContent>
        </p:grpSp>
      </p:grpSp>
      <p:grpSp>
        <p:nvGrpSpPr>
          <p:cNvPr id="31" name="组合 30">
            <a:extLst>
              <a:ext uri="{FF2B5EF4-FFF2-40B4-BE49-F238E27FC236}">
                <a16:creationId xmlns:a16="http://schemas.microsoft.com/office/drawing/2014/main" id="{44FF36F9-0B0F-B27B-9B56-932E9DFC2DF2}"/>
              </a:ext>
            </a:extLst>
          </p:cNvPr>
          <p:cNvGrpSpPr/>
          <p:nvPr/>
        </p:nvGrpSpPr>
        <p:grpSpPr>
          <a:xfrm>
            <a:off x="3731037" y="1999952"/>
            <a:ext cx="1922770" cy="1750986"/>
            <a:chOff x="10362023" y="1784368"/>
            <a:chExt cx="1922770" cy="1750986"/>
          </a:xfrm>
        </p:grpSpPr>
        <p:sp>
          <p:nvSpPr>
            <p:cNvPr id="67" name="流程图: 汇总连接 66">
              <a:extLst>
                <a:ext uri="{FF2B5EF4-FFF2-40B4-BE49-F238E27FC236}">
                  <a16:creationId xmlns:a16="http://schemas.microsoft.com/office/drawing/2014/main" id="{924D1BF3-3FF2-F7FB-D998-84C235C5995B}"/>
                </a:ext>
              </a:extLst>
            </p:cNvPr>
            <p:cNvSpPr/>
            <p:nvPr/>
          </p:nvSpPr>
          <p:spPr>
            <a:xfrm>
              <a:off x="11651001" y="311531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3CF91269-EBEB-D7A6-06F4-F33DDCFE3A03}"/>
                    </a:ext>
                  </a:extLst>
                </p:cNvPr>
                <p:cNvSpPr txBox="1"/>
                <p:nvPr/>
              </p:nvSpPr>
              <p:spPr>
                <a:xfrm>
                  <a:off x="11087323" y="2280966"/>
                  <a:ext cx="1197470" cy="404213"/>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2</m:t>
                            </m:r>
                          </m:sup>
                        </m:sSubSup>
                        <m:r>
                          <a:rPr lang="en-US" altLang="zh-CN" sz="2000" b="0" i="0" smtClean="0">
                            <a:latin typeface="Cambria Math" panose="02040503050406030204" pitchFamily="18" charset="0"/>
                          </a:rPr>
                          <m:t>=0.8</m:t>
                        </m:r>
                      </m:oMath>
                    </m:oMathPara>
                  </a14:m>
                  <a:endParaRPr lang="zh-CN" altLang="en-US" sz="2000" dirty="0"/>
                </a:p>
              </p:txBody>
            </p:sp>
          </mc:Choice>
          <mc:Fallback xmlns="">
            <p:sp>
              <p:nvSpPr>
                <p:cNvPr id="68" name="文本框 67">
                  <a:extLst>
                    <a:ext uri="{FF2B5EF4-FFF2-40B4-BE49-F238E27FC236}">
                      <a16:creationId xmlns:a16="http://schemas.microsoft.com/office/drawing/2014/main" id="{3CF91269-EBEB-D7A6-06F4-F33DDCFE3A03}"/>
                    </a:ext>
                  </a:extLst>
                </p:cNvPr>
                <p:cNvSpPr txBox="1">
                  <a:spLocks noRot="1" noChangeAspect="1" noMove="1" noResize="1" noEditPoints="1" noAdjustHandles="1" noChangeArrowheads="1" noChangeShapeType="1" noTextEdit="1"/>
                </p:cNvSpPr>
                <p:nvPr/>
              </p:nvSpPr>
              <p:spPr>
                <a:xfrm>
                  <a:off x="11087323" y="2280966"/>
                  <a:ext cx="1197470" cy="404213"/>
                </a:xfrm>
                <a:prstGeom prst="rect">
                  <a:avLst/>
                </a:prstGeom>
                <a:blipFill>
                  <a:blip r:embed="rId10"/>
                  <a:stretch>
                    <a:fillRect b="-4545"/>
                  </a:stretch>
                </a:blipFill>
              </p:spPr>
              <p:txBody>
                <a:bodyPr/>
                <a:lstStyle/>
                <a:p>
                  <a:r>
                    <a:rPr lang="zh-CN" altLang="en-US">
                      <a:noFill/>
                    </a:rPr>
                    <a:t> </a:t>
                  </a:r>
                </a:p>
              </p:txBody>
            </p:sp>
          </mc:Fallback>
        </mc:AlternateContent>
        <p:cxnSp>
          <p:nvCxnSpPr>
            <p:cNvPr id="69" name="直接箭头连接符 68">
              <a:extLst>
                <a:ext uri="{FF2B5EF4-FFF2-40B4-BE49-F238E27FC236}">
                  <a16:creationId xmlns:a16="http://schemas.microsoft.com/office/drawing/2014/main" id="{136411CA-9860-B5F0-D116-CEE287241B2D}"/>
                </a:ext>
              </a:extLst>
            </p:cNvPr>
            <p:cNvCxnSpPr>
              <a:cxnSpLocks/>
              <a:stCxn id="82" idx="6"/>
              <a:endCxn id="67" idx="2"/>
            </p:cNvCxnSpPr>
            <p:nvPr/>
          </p:nvCxnSpPr>
          <p:spPr bwMode="auto">
            <a:xfrm>
              <a:off x="10523361" y="1784368"/>
              <a:ext cx="1127640" cy="1505999"/>
            </a:xfrm>
            <a:prstGeom prst="straightConnector1">
              <a:avLst/>
            </a:prstGeom>
            <a:noFill/>
            <a:ln w="9525" cap="flat" cmpd="sng" algn="ctr">
              <a:solidFill>
                <a:schemeClr val="tx1"/>
              </a:solidFill>
              <a:prstDash val="solid"/>
              <a:round/>
              <a:headEnd type="none" w="med" len="med"/>
              <a:tailEnd type="triangle"/>
            </a:ln>
            <a:effectLst/>
          </p:spPr>
        </p:cxnSp>
        <p:cxnSp>
          <p:nvCxnSpPr>
            <p:cNvPr id="70" name="直接箭头连接符 69">
              <a:extLst>
                <a:ext uri="{FF2B5EF4-FFF2-40B4-BE49-F238E27FC236}">
                  <a16:creationId xmlns:a16="http://schemas.microsoft.com/office/drawing/2014/main" id="{5157163D-5E0D-4B85-9FC3-B06319657F2C}"/>
                </a:ext>
              </a:extLst>
            </p:cNvPr>
            <p:cNvCxnSpPr>
              <a:cxnSpLocks/>
              <a:stCxn id="80" idx="6"/>
              <a:endCxn id="67" idx="3"/>
            </p:cNvCxnSpPr>
            <p:nvPr/>
          </p:nvCxnSpPr>
          <p:spPr bwMode="auto">
            <a:xfrm>
              <a:off x="10523361" y="2555501"/>
              <a:ext cx="1173765" cy="858644"/>
            </a:xfrm>
            <a:prstGeom prst="straightConnector1">
              <a:avLst/>
            </a:prstGeom>
            <a:noFill/>
            <a:ln w="9525" cap="flat" cmpd="sng" algn="ctr">
              <a:solidFill>
                <a:schemeClr val="tx1"/>
              </a:solidFill>
              <a:prstDash val="solid"/>
              <a:round/>
              <a:headEnd type="none" w="med" len="med"/>
              <a:tailEnd type="triangle"/>
            </a:ln>
            <a:effectLst/>
          </p:spPr>
        </p:cxnSp>
        <p:cxnSp>
          <p:nvCxnSpPr>
            <p:cNvPr id="71" name="直接箭头连接符 70">
              <a:extLst>
                <a:ext uri="{FF2B5EF4-FFF2-40B4-BE49-F238E27FC236}">
                  <a16:creationId xmlns:a16="http://schemas.microsoft.com/office/drawing/2014/main" id="{633DB34A-6CAD-B393-9B60-206C21389147}"/>
                </a:ext>
              </a:extLst>
            </p:cNvPr>
            <p:cNvCxnSpPr>
              <a:cxnSpLocks/>
              <a:stCxn id="78" idx="4"/>
              <a:endCxn id="67" idx="4"/>
            </p:cNvCxnSpPr>
            <p:nvPr/>
          </p:nvCxnSpPr>
          <p:spPr bwMode="auto">
            <a:xfrm flipV="1">
              <a:off x="10365881" y="3465416"/>
              <a:ext cx="1442600" cy="37006"/>
            </a:xfrm>
            <a:prstGeom prst="straightConnector1">
              <a:avLst/>
            </a:prstGeom>
            <a:noFill/>
            <a:ln w="9525" cap="flat" cmpd="sng" algn="ctr">
              <a:solidFill>
                <a:schemeClr val="tx1"/>
              </a:solidFill>
              <a:prstDash val="solid"/>
              <a:round/>
              <a:headEnd type="none" w="med" len="med"/>
              <a:tailEnd type="triangle"/>
            </a:ln>
            <a:effectLst/>
          </p:spPr>
        </p:cxnSp>
        <p:sp>
          <p:nvSpPr>
            <p:cNvPr id="72" name="文本框 71">
              <a:extLst>
                <a:ext uri="{FF2B5EF4-FFF2-40B4-BE49-F238E27FC236}">
                  <a16:creationId xmlns:a16="http://schemas.microsoft.com/office/drawing/2014/main" id="{797507AC-B012-CC24-F2E8-790AEDFBC174}"/>
                </a:ext>
              </a:extLst>
            </p:cNvPr>
            <p:cNvSpPr txBox="1"/>
            <p:nvPr/>
          </p:nvSpPr>
          <p:spPr>
            <a:xfrm>
              <a:off x="10749901" y="1946581"/>
              <a:ext cx="652210" cy="369332"/>
            </a:xfrm>
            <a:prstGeom prst="rect">
              <a:avLst/>
            </a:prstGeom>
            <a:noFill/>
          </p:spPr>
          <p:txBody>
            <a:bodyPr wrap="square" rtlCol="0" anchor="ctr" anchorCtr="1">
              <a:spAutoFit/>
            </a:bodyPr>
            <a:lstStyle/>
            <a:p>
              <a:pPr>
                <a:buNone/>
              </a:pPr>
              <a:r>
                <a:rPr lang="en-US" altLang="zh-CN" dirty="0"/>
                <a:t>0.9</a:t>
              </a:r>
              <a:endParaRPr lang="zh-CN" altLang="en-US" dirty="0"/>
            </a:p>
          </p:txBody>
        </p:sp>
        <p:sp>
          <p:nvSpPr>
            <p:cNvPr id="73" name="文本框 72">
              <a:extLst>
                <a:ext uri="{FF2B5EF4-FFF2-40B4-BE49-F238E27FC236}">
                  <a16:creationId xmlns:a16="http://schemas.microsoft.com/office/drawing/2014/main" id="{168B08A4-8A3B-7E7E-FC58-A78E83234FBA}"/>
                </a:ext>
              </a:extLst>
            </p:cNvPr>
            <p:cNvSpPr txBox="1"/>
            <p:nvPr/>
          </p:nvSpPr>
          <p:spPr>
            <a:xfrm>
              <a:off x="10559335" y="2437548"/>
              <a:ext cx="652210" cy="369332"/>
            </a:xfrm>
            <a:prstGeom prst="rect">
              <a:avLst/>
            </a:prstGeom>
            <a:noFill/>
          </p:spPr>
          <p:txBody>
            <a:bodyPr wrap="square" rtlCol="0" anchor="ctr" anchorCtr="1">
              <a:spAutoFit/>
            </a:bodyPr>
            <a:lstStyle/>
            <a:p>
              <a:pPr>
                <a:buNone/>
              </a:pPr>
              <a:r>
                <a:rPr lang="en-US" altLang="zh-CN" dirty="0"/>
                <a:t>0.7</a:t>
              </a:r>
              <a:endParaRPr lang="zh-CN" altLang="en-US" dirty="0"/>
            </a:p>
          </p:txBody>
        </p:sp>
        <p:sp>
          <p:nvSpPr>
            <p:cNvPr id="74" name="文本框 73">
              <a:extLst>
                <a:ext uri="{FF2B5EF4-FFF2-40B4-BE49-F238E27FC236}">
                  <a16:creationId xmlns:a16="http://schemas.microsoft.com/office/drawing/2014/main" id="{79198D42-11DA-7E60-CD66-3DC88ED3ED67}"/>
                </a:ext>
              </a:extLst>
            </p:cNvPr>
            <p:cNvSpPr txBox="1"/>
            <p:nvPr/>
          </p:nvSpPr>
          <p:spPr>
            <a:xfrm>
              <a:off x="10362023" y="3166022"/>
              <a:ext cx="652210" cy="369332"/>
            </a:xfrm>
            <a:prstGeom prst="rect">
              <a:avLst/>
            </a:prstGeom>
            <a:noFill/>
          </p:spPr>
          <p:txBody>
            <a:bodyPr wrap="square" rtlCol="0" anchor="ctr" anchorCtr="1">
              <a:spAutoFit/>
            </a:bodyPr>
            <a:lstStyle/>
            <a:p>
              <a:pPr>
                <a:buNone/>
              </a:pPr>
              <a:r>
                <a:rPr lang="en-US" altLang="zh-CN" dirty="0"/>
                <a:t>0.4</a:t>
              </a:r>
              <a:endParaRPr lang="zh-CN" altLang="en-US" dirty="0"/>
            </a:p>
          </p:txBody>
        </p:sp>
      </p:grpSp>
      <p:sp>
        <p:nvSpPr>
          <p:cNvPr id="87" name="箭头: 右 86">
            <a:extLst>
              <a:ext uri="{FF2B5EF4-FFF2-40B4-BE49-F238E27FC236}">
                <a16:creationId xmlns:a16="http://schemas.microsoft.com/office/drawing/2014/main" id="{E0A9A220-CCBE-26A6-7393-D500456E6856}"/>
              </a:ext>
            </a:extLst>
          </p:cNvPr>
          <p:cNvSpPr/>
          <p:nvPr/>
        </p:nvSpPr>
        <p:spPr>
          <a:xfrm rot="5400000">
            <a:off x="2782548" y="3792204"/>
            <a:ext cx="429933" cy="452855"/>
          </a:xfrm>
          <a:prstGeom prst="rightArrow">
            <a:avLst/>
          </a:prstGeom>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graphicFrame>
            <p:nvGraphicFramePr>
              <p:cNvPr id="88" name="表格 87">
                <a:extLst>
                  <a:ext uri="{FF2B5EF4-FFF2-40B4-BE49-F238E27FC236}">
                    <a16:creationId xmlns:a16="http://schemas.microsoft.com/office/drawing/2014/main" id="{9925CF19-540D-5F80-E814-75CACB55AEF5}"/>
                  </a:ext>
                </a:extLst>
              </p:cNvPr>
              <p:cNvGraphicFramePr>
                <a:graphicFrameLocks noGrp="1"/>
              </p:cNvGraphicFramePr>
              <p:nvPr/>
            </p:nvGraphicFramePr>
            <p:xfrm>
              <a:off x="1043905" y="4269680"/>
              <a:ext cx="4107435" cy="1477011"/>
            </p:xfrm>
            <a:graphic>
              <a:graphicData uri="http://schemas.openxmlformats.org/drawingml/2006/table">
                <a:tbl>
                  <a:tblPr firstRow="1" bandRow="1">
                    <a:tableStyleId>{5C22544A-7EE6-4342-B048-85BDC9FD1C3A}</a:tableStyleId>
                  </a:tblPr>
                  <a:tblGrid>
                    <a:gridCol w="1369145">
                      <a:extLst>
                        <a:ext uri="{9D8B030D-6E8A-4147-A177-3AD203B41FA5}">
                          <a16:colId xmlns:a16="http://schemas.microsoft.com/office/drawing/2014/main" val="3428415681"/>
                        </a:ext>
                      </a:extLst>
                    </a:gridCol>
                    <a:gridCol w="1369145">
                      <a:extLst>
                        <a:ext uri="{9D8B030D-6E8A-4147-A177-3AD203B41FA5}">
                          <a16:colId xmlns:a16="http://schemas.microsoft.com/office/drawing/2014/main" val="505000614"/>
                        </a:ext>
                      </a:extLst>
                    </a:gridCol>
                    <a:gridCol w="1369145">
                      <a:extLst>
                        <a:ext uri="{9D8B030D-6E8A-4147-A177-3AD203B41FA5}">
                          <a16:colId xmlns:a16="http://schemas.microsoft.com/office/drawing/2014/main" val="4185540748"/>
                        </a:ext>
                      </a:extLst>
                    </a:gridCol>
                  </a:tblGrid>
                  <a:tr h="340046">
                    <a:tc>
                      <a:txBody>
                        <a:bodyPr/>
                        <a:lstStyle/>
                        <a:p>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2</m:t>
                                    </m:r>
                                  </m:sub>
                                  <m:sup>
                                    <m:r>
                                      <a:rPr lang="en-US" altLang="zh-CN" sz="1800" b="0" i="1" smtClean="0">
                                        <a:ln>
                                          <a:noFill/>
                                        </a:ln>
                                        <a:solidFill>
                                          <a:schemeClr val="tx1"/>
                                        </a:solidFill>
                                        <a:latin typeface="Cambria Math" panose="02040503050406030204" pitchFamily="18" charset="0"/>
                                      </a:rPr>
                                      <m:t>1</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2</m:t>
                                    </m:r>
                                  </m:sub>
                                  <m:sup>
                                    <m:r>
                                      <a:rPr lang="en-US" altLang="zh-CN" sz="1800" b="0" i="1" smtClean="0">
                                        <a:ln>
                                          <a:noFill/>
                                        </a:ln>
                                        <a:solidFill>
                                          <a:schemeClr val="tx1"/>
                                        </a:solidFill>
                                        <a:latin typeface="Cambria Math" panose="02040503050406030204" pitchFamily="18" charset="0"/>
                                      </a:rPr>
                                      <m:t>2</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2709399"/>
                      </a:ext>
                    </a:extLst>
                  </a:tr>
                  <a:tr h="339053">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1</m:t>
                                    </m:r>
                                  </m:sub>
                                  <m:sup>
                                    <m:r>
                                      <a:rPr lang="en-US" altLang="zh-CN" sz="1800" b="0" i="1" smtClean="0">
                                        <a:ln>
                                          <a:noFill/>
                                        </a:ln>
                                        <a:solidFill>
                                          <a:schemeClr val="tx1"/>
                                        </a:solidFill>
                                        <a:latin typeface="Cambria Math" panose="02040503050406030204" pitchFamily="18" charset="0"/>
                                      </a:rPr>
                                      <m:t>1</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0.002</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0.072</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0348017"/>
                      </a:ext>
                    </a:extLst>
                  </a:tr>
                  <a:tr h="339579">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1</m:t>
                                    </m:r>
                                  </m:sub>
                                  <m:sup>
                                    <m:r>
                                      <a:rPr lang="en-US" altLang="zh-CN" sz="1800" b="0" i="1" smtClean="0">
                                        <a:ln>
                                          <a:noFill/>
                                        </a:ln>
                                        <a:solidFill>
                                          <a:schemeClr val="tx1"/>
                                        </a:solidFill>
                                        <a:latin typeface="Cambria Math" panose="02040503050406030204" pitchFamily="18" charset="0"/>
                                      </a:rPr>
                                      <m:t>2</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0.024</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highlight>
                                <a:srgbClr val="FF0000"/>
                              </a:highlight>
                            </a:rPr>
                            <a:t>0.224</a:t>
                          </a:r>
                          <a:endParaRPr lang="zh-CN" altLang="en-US" dirty="0">
                            <a:ln>
                              <a:noFill/>
                            </a:ln>
                            <a:solidFill>
                              <a:schemeClr val="tx1"/>
                            </a:solidFill>
                            <a:highlight>
                              <a:srgbClr val="FF00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857481"/>
                      </a:ext>
                    </a:extLst>
                  </a:tr>
                  <a:tr h="340807">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1</m:t>
                                    </m:r>
                                  </m:sub>
                                  <m:sup>
                                    <m:r>
                                      <a:rPr lang="en-US" altLang="zh-CN" sz="1800" b="0" i="1" smtClean="0">
                                        <a:ln>
                                          <a:noFill/>
                                        </a:ln>
                                        <a:solidFill>
                                          <a:schemeClr val="tx1"/>
                                        </a:solidFill>
                                        <a:latin typeface="Cambria Math" panose="02040503050406030204" pitchFamily="18" charset="0"/>
                                      </a:rPr>
                                      <m:t>3</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highlight>
                                <a:srgbClr val="FF0000"/>
                              </a:highlight>
                            </a:rPr>
                            <a:t>0.060</a:t>
                          </a:r>
                          <a:endParaRPr lang="zh-CN" altLang="en-US" dirty="0">
                            <a:ln>
                              <a:noFill/>
                            </a:ln>
                            <a:solidFill>
                              <a:schemeClr val="tx1"/>
                            </a:solidFill>
                            <a:highlight>
                              <a:srgbClr val="FF00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0.160</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8665571"/>
                      </a:ext>
                    </a:extLst>
                  </a:tr>
                </a:tbl>
              </a:graphicData>
            </a:graphic>
          </p:graphicFrame>
        </mc:Choice>
        <mc:Fallback xmlns="">
          <p:graphicFrame>
            <p:nvGraphicFramePr>
              <p:cNvPr id="88" name="表格 87">
                <a:extLst>
                  <a:ext uri="{FF2B5EF4-FFF2-40B4-BE49-F238E27FC236}">
                    <a16:creationId xmlns:a16="http://schemas.microsoft.com/office/drawing/2014/main" id="{9925CF19-540D-5F80-E814-75CACB55AEF5}"/>
                  </a:ext>
                </a:extLst>
              </p:cNvPr>
              <p:cNvGraphicFramePr>
                <a:graphicFrameLocks noGrp="1"/>
              </p:cNvGraphicFramePr>
              <p:nvPr>
                <p:extLst>
                  <p:ext uri="{D42A27DB-BD31-4B8C-83A1-F6EECF244321}">
                    <p14:modId xmlns:p14="http://schemas.microsoft.com/office/powerpoint/2010/main" val="3737632579"/>
                  </p:ext>
                </p:extLst>
              </p:nvPr>
            </p:nvGraphicFramePr>
            <p:xfrm>
              <a:off x="1043905" y="4269680"/>
              <a:ext cx="4107435" cy="1477011"/>
            </p:xfrm>
            <a:graphic>
              <a:graphicData uri="http://schemas.openxmlformats.org/drawingml/2006/table">
                <a:tbl>
                  <a:tblPr firstRow="1" bandRow="1">
                    <a:tableStyleId>{5C22544A-7EE6-4342-B048-85BDC9FD1C3A}</a:tableStyleId>
                  </a:tblPr>
                  <a:tblGrid>
                    <a:gridCol w="1369145">
                      <a:extLst>
                        <a:ext uri="{9D8B030D-6E8A-4147-A177-3AD203B41FA5}">
                          <a16:colId xmlns:a16="http://schemas.microsoft.com/office/drawing/2014/main" val="3428415681"/>
                        </a:ext>
                      </a:extLst>
                    </a:gridCol>
                    <a:gridCol w="1369145">
                      <a:extLst>
                        <a:ext uri="{9D8B030D-6E8A-4147-A177-3AD203B41FA5}">
                          <a16:colId xmlns:a16="http://schemas.microsoft.com/office/drawing/2014/main" val="505000614"/>
                        </a:ext>
                      </a:extLst>
                    </a:gridCol>
                    <a:gridCol w="1369145">
                      <a:extLst>
                        <a:ext uri="{9D8B030D-6E8A-4147-A177-3AD203B41FA5}">
                          <a16:colId xmlns:a16="http://schemas.microsoft.com/office/drawing/2014/main" val="4185540748"/>
                        </a:ext>
                      </a:extLst>
                    </a:gridCol>
                  </a:tblGrid>
                  <a:tr h="369443">
                    <a:tc>
                      <a:txBody>
                        <a:bodyPr/>
                        <a:lstStyle/>
                        <a:p>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00444" t="-1639" r="-100889" b="-322951"/>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00444" t="-1639" r="-889" b="-322951"/>
                          </a:stretch>
                        </a:blipFill>
                      </a:tcPr>
                    </a:tc>
                    <a:extLst>
                      <a:ext uri="{0D108BD9-81ED-4DB2-BD59-A6C34878D82A}">
                        <a16:rowId xmlns:a16="http://schemas.microsoft.com/office/drawing/2014/main" val="3382709399"/>
                      </a:ext>
                    </a:extLst>
                  </a:tr>
                  <a:tr h="368364">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444" t="-103333" r="-200889" b="-228333"/>
                          </a:stretch>
                        </a:blipFill>
                      </a:tcPr>
                    </a:tc>
                    <a:tc>
                      <a:txBody>
                        <a:bodyPr/>
                        <a:lstStyle/>
                        <a:p>
                          <a:pPr algn="ctr"/>
                          <a:r>
                            <a:rPr lang="en-US" altLang="zh-CN" dirty="0">
                              <a:ln>
                                <a:noFill/>
                              </a:ln>
                              <a:solidFill>
                                <a:schemeClr val="tx1"/>
                              </a:solidFill>
                            </a:rPr>
                            <a:t>0.002</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0.072</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0348017"/>
                      </a:ext>
                    </a:extLst>
                  </a:tr>
                  <a:tr h="368935">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444" t="-200000" r="-200889" b="-124590"/>
                          </a:stretch>
                        </a:blipFill>
                      </a:tcPr>
                    </a:tc>
                    <a:tc>
                      <a:txBody>
                        <a:bodyPr/>
                        <a:lstStyle/>
                        <a:p>
                          <a:pPr algn="ctr"/>
                          <a:r>
                            <a:rPr lang="en-US" altLang="zh-CN" dirty="0">
                              <a:ln>
                                <a:noFill/>
                              </a:ln>
                              <a:solidFill>
                                <a:schemeClr val="tx1"/>
                              </a:solidFill>
                            </a:rPr>
                            <a:t>0.024</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highlight>
                                <a:srgbClr val="FF0000"/>
                              </a:highlight>
                            </a:rPr>
                            <a:t>0.224</a:t>
                          </a:r>
                          <a:endParaRPr lang="zh-CN" altLang="en-US" dirty="0">
                            <a:ln>
                              <a:noFill/>
                            </a:ln>
                            <a:solidFill>
                              <a:schemeClr val="tx1"/>
                            </a:solidFill>
                            <a:highlight>
                              <a:srgbClr val="FF00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857481"/>
                      </a:ext>
                    </a:extLst>
                  </a:tr>
                  <a:tr h="370269">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444" t="-300000" r="-200889" b="-24590"/>
                          </a:stretch>
                        </a:blipFill>
                      </a:tcPr>
                    </a:tc>
                    <a:tc>
                      <a:txBody>
                        <a:bodyPr/>
                        <a:lstStyle/>
                        <a:p>
                          <a:pPr algn="ctr"/>
                          <a:r>
                            <a:rPr lang="en-US" altLang="zh-CN" dirty="0">
                              <a:ln>
                                <a:noFill/>
                              </a:ln>
                              <a:solidFill>
                                <a:schemeClr val="tx1"/>
                              </a:solidFill>
                              <a:highlight>
                                <a:srgbClr val="FF0000"/>
                              </a:highlight>
                            </a:rPr>
                            <a:t>0.060</a:t>
                          </a:r>
                          <a:endParaRPr lang="zh-CN" altLang="en-US" dirty="0">
                            <a:ln>
                              <a:noFill/>
                            </a:ln>
                            <a:solidFill>
                              <a:schemeClr val="tx1"/>
                            </a:solidFill>
                            <a:highlight>
                              <a:srgbClr val="FF00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0.160</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8665571"/>
                      </a:ext>
                    </a:extLst>
                  </a:tr>
                </a:tbl>
              </a:graphicData>
            </a:graphic>
          </p:graphicFrame>
        </mc:Fallback>
      </mc:AlternateContent>
      <p:sp>
        <p:nvSpPr>
          <p:cNvPr id="89" name="矩形 88">
            <a:extLst>
              <a:ext uri="{FF2B5EF4-FFF2-40B4-BE49-F238E27FC236}">
                <a16:creationId xmlns:a16="http://schemas.microsoft.com/office/drawing/2014/main" id="{6873FBE4-4872-0C7E-B854-FFB00ACAEE23}"/>
              </a:ext>
            </a:extLst>
          </p:cNvPr>
          <p:cNvSpPr/>
          <p:nvPr/>
        </p:nvSpPr>
        <p:spPr>
          <a:xfrm>
            <a:off x="289805" y="1395733"/>
            <a:ext cx="2688875" cy="2366770"/>
          </a:xfrm>
          <a:prstGeom prst="rect">
            <a:avLst/>
          </a:prstGeom>
          <a:ln>
            <a:solidFill>
              <a:schemeClr val="tx1"/>
            </a:solidFill>
          </a:ln>
        </p:spPr>
        <p:txBody>
          <a:bodyPr wrap="square" rtlCol="0" anchor="ctr">
            <a:noAutofit/>
          </a:bodyPr>
          <a:lstStyle/>
          <a:p>
            <a:pPr algn="ctr">
              <a:buNone/>
            </a:pPr>
            <a:endParaRPr lang="zh-CN" altLang="en-US" dirty="0" err="1"/>
          </a:p>
        </p:txBody>
      </p:sp>
      <p:sp>
        <p:nvSpPr>
          <p:cNvPr id="90" name="矩形 89">
            <a:extLst>
              <a:ext uri="{FF2B5EF4-FFF2-40B4-BE49-F238E27FC236}">
                <a16:creationId xmlns:a16="http://schemas.microsoft.com/office/drawing/2014/main" id="{9F7C190B-3B1C-1377-1B10-C1BD329DFEE9}"/>
              </a:ext>
            </a:extLst>
          </p:cNvPr>
          <p:cNvSpPr/>
          <p:nvPr/>
        </p:nvSpPr>
        <p:spPr>
          <a:xfrm>
            <a:off x="3045583" y="1394953"/>
            <a:ext cx="2591347" cy="2366770"/>
          </a:xfrm>
          <a:prstGeom prst="rect">
            <a:avLst/>
          </a:prstGeom>
          <a:ln>
            <a:solidFill>
              <a:schemeClr val="tx1"/>
            </a:solidFill>
          </a:ln>
        </p:spPr>
        <p:txBody>
          <a:bodyPr wrap="square" rtlCol="0" anchor="ctr">
            <a:noAutofit/>
          </a:bodyPr>
          <a:lstStyle/>
          <a:p>
            <a:pPr algn="ctr">
              <a:buNone/>
            </a:pPr>
            <a:endParaRPr lang="zh-CN" altLang="en-US" dirty="0" err="1"/>
          </a:p>
        </p:txBody>
      </p:sp>
      <p:grpSp>
        <p:nvGrpSpPr>
          <p:cNvPr id="33" name="组合 32">
            <a:extLst>
              <a:ext uri="{FF2B5EF4-FFF2-40B4-BE49-F238E27FC236}">
                <a16:creationId xmlns:a16="http://schemas.microsoft.com/office/drawing/2014/main" id="{37FE52DA-EFAE-A53E-0CC9-D0CB333642E1}"/>
              </a:ext>
            </a:extLst>
          </p:cNvPr>
          <p:cNvGrpSpPr/>
          <p:nvPr/>
        </p:nvGrpSpPr>
        <p:grpSpPr>
          <a:xfrm>
            <a:off x="1191074" y="5759732"/>
            <a:ext cx="3890171" cy="844026"/>
            <a:chOff x="7664864" y="5673629"/>
            <a:chExt cx="3890171" cy="844026"/>
          </a:xfrm>
        </p:grpSpPr>
        <p:sp>
          <p:nvSpPr>
            <p:cNvPr id="95" name="流程图: 汇总连接 94">
              <a:extLst>
                <a:ext uri="{FF2B5EF4-FFF2-40B4-BE49-F238E27FC236}">
                  <a16:creationId xmlns:a16="http://schemas.microsoft.com/office/drawing/2014/main" id="{A8D6FDC4-7AC0-A9CF-9BCF-9FC42127873B}"/>
                </a:ext>
              </a:extLst>
            </p:cNvPr>
            <p:cNvSpPr/>
            <p:nvPr/>
          </p:nvSpPr>
          <p:spPr>
            <a:xfrm>
              <a:off x="7664864" y="5703341"/>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sp>
          <p:nvSpPr>
            <p:cNvPr id="96" name="流程图: 汇总连接 95">
              <a:extLst>
                <a:ext uri="{FF2B5EF4-FFF2-40B4-BE49-F238E27FC236}">
                  <a16:creationId xmlns:a16="http://schemas.microsoft.com/office/drawing/2014/main" id="{99FED5DF-CB04-5A30-C89A-2552CD741A85}"/>
                </a:ext>
              </a:extLst>
            </p:cNvPr>
            <p:cNvSpPr/>
            <p:nvPr/>
          </p:nvSpPr>
          <p:spPr>
            <a:xfrm>
              <a:off x="9199024" y="5709711"/>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cxnSp>
          <p:nvCxnSpPr>
            <p:cNvPr id="97" name="直接箭头连接符 96">
              <a:extLst>
                <a:ext uri="{FF2B5EF4-FFF2-40B4-BE49-F238E27FC236}">
                  <a16:creationId xmlns:a16="http://schemas.microsoft.com/office/drawing/2014/main" id="{54569957-0F82-0BB9-000F-D9716613E823}"/>
                </a:ext>
              </a:extLst>
            </p:cNvPr>
            <p:cNvCxnSpPr>
              <a:stCxn id="95" idx="6"/>
              <a:endCxn id="96" idx="2"/>
            </p:cNvCxnSpPr>
            <p:nvPr/>
          </p:nvCxnSpPr>
          <p:spPr bwMode="auto">
            <a:xfrm>
              <a:off x="7979824" y="5878390"/>
              <a:ext cx="1219200" cy="6370"/>
            </a:xfrm>
            <a:prstGeom prst="straightConnector1">
              <a:avLst/>
            </a:prstGeom>
            <a:noFill/>
            <a:ln w="9525" cap="flat" cmpd="sng" algn="ctr">
              <a:solidFill>
                <a:schemeClr val="tx1"/>
              </a:solidFill>
              <a:prstDash val="solid"/>
              <a:round/>
              <a:headEnd type="none" w="med" len="med"/>
              <a:tailEnd type="triangle"/>
            </a:ln>
            <a:effectLst/>
          </p:spPr>
        </p:cxnSp>
        <p:sp>
          <p:nvSpPr>
            <p:cNvPr id="98" name="流程图: 汇总连接 97">
              <a:extLst>
                <a:ext uri="{FF2B5EF4-FFF2-40B4-BE49-F238E27FC236}">
                  <a16:creationId xmlns:a16="http://schemas.microsoft.com/office/drawing/2014/main" id="{62765F5E-89BE-57CE-A733-EAA32DDE240C}"/>
                </a:ext>
              </a:extLst>
            </p:cNvPr>
            <p:cNvSpPr/>
            <p:nvPr/>
          </p:nvSpPr>
          <p:spPr>
            <a:xfrm>
              <a:off x="7664864" y="6161187"/>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sp>
          <p:nvSpPr>
            <p:cNvPr id="99" name="流程图: 汇总连接 98">
              <a:extLst>
                <a:ext uri="{FF2B5EF4-FFF2-40B4-BE49-F238E27FC236}">
                  <a16:creationId xmlns:a16="http://schemas.microsoft.com/office/drawing/2014/main" id="{CD3D859C-134E-E5A2-0722-F0CF72A6E80A}"/>
                </a:ext>
              </a:extLst>
            </p:cNvPr>
            <p:cNvSpPr/>
            <p:nvPr/>
          </p:nvSpPr>
          <p:spPr>
            <a:xfrm>
              <a:off x="9199024" y="6167557"/>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cxnSp>
          <p:nvCxnSpPr>
            <p:cNvPr id="100" name="直接箭头连接符 99">
              <a:extLst>
                <a:ext uri="{FF2B5EF4-FFF2-40B4-BE49-F238E27FC236}">
                  <a16:creationId xmlns:a16="http://schemas.microsoft.com/office/drawing/2014/main" id="{E7345BF7-D1A3-1B76-2964-AFE147755A92}"/>
                </a:ext>
              </a:extLst>
            </p:cNvPr>
            <p:cNvCxnSpPr>
              <a:stCxn id="98" idx="6"/>
              <a:endCxn id="99" idx="2"/>
            </p:cNvCxnSpPr>
            <p:nvPr/>
          </p:nvCxnSpPr>
          <p:spPr bwMode="auto">
            <a:xfrm>
              <a:off x="7979824" y="6336236"/>
              <a:ext cx="1219200" cy="6370"/>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ED0D1A73-1A88-4329-960E-B6D7CECE761A}"/>
                    </a:ext>
                  </a:extLst>
                </p:cNvPr>
                <p:cNvSpPr txBox="1"/>
                <p:nvPr/>
              </p:nvSpPr>
              <p:spPr>
                <a:xfrm>
                  <a:off x="9513984" y="5673629"/>
                  <a:ext cx="2041051" cy="373885"/>
                </a:xfrm>
                <a:prstGeom prst="rect">
                  <a:avLst/>
                </a:prstGeom>
                <a:noFill/>
              </p:spPr>
              <p:txBody>
                <a:bodyPr wrap="square" rtlCol="0" anchor="ctr" anchorCtr="1">
                  <a:spAutoFit/>
                </a:bodyPr>
                <a:lstStyle/>
                <a:p>
                  <a:pPr>
                    <a:buNone/>
                  </a:pP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3</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1</m:t>
                          </m:r>
                        </m:sup>
                      </m:sSubSup>
                    </m:oMath>
                  </a14:m>
                  <a:r>
                    <a:rPr lang="en-US" altLang="zh-CN" dirty="0"/>
                    <a:t>)=0.060</a:t>
                  </a:r>
                  <a:endParaRPr lang="zh-CN" altLang="en-US" dirty="0"/>
                </a:p>
              </p:txBody>
            </p:sp>
          </mc:Choice>
          <mc:Fallback xmlns="">
            <p:sp>
              <p:nvSpPr>
                <p:cNvPr id="101" name="文本框 100">
                  <a:extLst>
                    <a:ext uri="{FF2B5EF4-FFF2-40B4-BE49-F238E27FC236}">
                      <a16:creationId xmlns:a16="http://schemas.microsoft.com/office/drawing/2014/main" id="{ED0D1A73-1A88-4329-960E-B6D7CECE761A}"/>
                    </a:ext>
                  </a:extLst>
                </p:cNvPr>
                <p:cNvSpPr txBox="1">
                  <a:spLocks noRot="1" noChangeAspect="1" noMove="1" noResize="1" noEditPoints="1" noAdjustHandles="1" noChangeArrowheads="1" noChangeShapeType="1" noTextEdit="1"/>
                </p:cNvSpPr>
                <p:nvPr/>
              </p:nvSpPr>
              <p:spPr>
                <a:xfrm>
                  <a:off x="9513984" y="5673629"/>
                  <a:ext cx="2041051" cy="373885"/>
                </a:xfrm>
                <a:prstGeom prst="rect">
                  <a:avLst/>
                </a:prstGeom>
                <a:blipFill>
                  <a:blip r:embed="rId12"/>
                  <a:stretch>
                    <a:fillRect t="-6557" r="-896"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B39A108C-41A4-2812-7EEA-2002A3C6CF64}"/>
                    </a:ext>
                  </a:extLst>
                </p:cNvPr>
                <p:cNvSpPr txBox="1"/>
                <p:nvPr/>
              </p:nvSpPr>
              <p:spPr>
                <a:xfrm>
                  <a:off x="9513983" y="6114568"/>
                  <a:ext cx="2041051" cy="373051"/>
                </a:xfrm>
                <a:prstGeom prst="rect">
                  <a:avLst/>
                </a:prstGeom>
                <a:noFill/>
              </p:spPr>
              <p:txBody>
                <a:bodyPr wrap="square" rtlCol="0" anchor="ctr" anchorCtr="1">
                  <a:spAutoFit/>
                </a:bodyPr>
                <a:lstStyle/>
                <a:p>
                  <a:pPr>
                    <a:buNone/>
                  </a:pP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2</m:t>
                          </m:r>
                        </m:sup>
                      </m:sSubSup>
                    </m:oMath>
                  </a14:m>
                  <a:r>
                    <a:rPr lang="en-US" altLang="zh-CN" dirty="0"/>
                    <a:t>)=0.224</a:t>
                  </a:r>
                  <a:endParaRPr lang="zh-CN" altLang="en-US" dirty="0"/>
                </a:p>
              </p:txBody>
            </p:sp>
          </mc:Choice>
          <mc:Fallback xmlns="">
            <p:sp>
              <p:nvSpPr>
                <p:cNvPr id="102" name="文本框 101">
                  <a:extLst>
                    <a:ext uri="{FF2B5EF4-FFF2-40B4-BE49-F238E27FC236}">
                      <a16:creationId xmlns:a16="http://schemas.microsoft.com/office/drawing/2014/main" id="{B39A108C-41A4-2812-7EEA-2002A3C6CF64}"/>
                    </a:ext>
                  </a:extLst>
                </p:cNvPr>
                <p:cNvSpPr txBox="1">
                  <a:spLocks noRot="1" noChangeAspect="1" noMove="1" noResize="1" noEditPoints="1" noAdjustHandles="1" noChangeArrowheads="1" noChangeShapeType="1" noTextEdit="1"/>
                </p:cNvSpPr>
                <p:nvPr/>
              </p:nvSpPr>
              <p:spPr>
                <a:xfrm>
                  <a:off x="9513983" y="6114568"/>
                  <a:ext cx="2041051" cy="373051"/>
                </a:xfrm>
                <a:prstGeom prst="rect">
                  <a:avLst/>
                </a:prstGeom>
                <a:blipFill>
                  <a:blip r:embed="rId13"/>
                  <a:stretch>
                    <a:fillRect t="-6557" r="-1194" b="-26230"/>
                  </a:stretch>
                </a:blipFill>
              </p:spPr>
              <p:txBody>
                <a:bodyPr/>
                <a:lstStyle/>
                <a:p>
                  <a:r>
                    <a:rPr lang="zh-CN" altLang="en-US">
                      <a:noFill/>
                    </a:rPr>
                    <a:t> </a:t>
                  </a:r>
                </a:p>
              </p:txBody>
            </p:sp>
          </mc:Fallback>
        </mc:AlternateContent>
      </p:grpSp>
      <p:sp>
        <p:nvSpPr>
          <p:cNvPr id="103" name="箭头: 左弧形 102">
            <a:extLst>
              <a:ext uri="{FF2B5EF4-FFF2-40B4-BE49-F238E27FC236}">
                <a16:creationId xmlns:a16="http://schemas.microsoft.com/office/drawing/2014/main" id="{F0305E98-A75C-DFFD-C39F-65B371A8D1C8}"/>
              </a:ext>
            </a:extLst>
          </p:cNvPr>
          <p:cNvSpPr/>
          <p:nvPr/>
        </p:nvSpPr>
        <p:spPr>
          <a:xfrm>
            <a:off x="467294" y="5391032"/>
            <a:ext cx="314960" cy="790695"/>
          </a:xfrm>
          <a:prstGeom prst="curvedRightArrow">
            <a:avLst/>
          </a:prstGeom>
          <a:ln>
            <a:solidFill>
              <a:schemeClr val="tx1"/>
            </a:solidFill>
          </a:ln>
        </p:spPr>
        <p:txBody>
          <a:bodyPr wrap="square" rtlCol="0" anchor="ctr">
            <a:noAutofit/>
          </a:bodyPr>
          <a:lstStyle/>
          <a:p>
            <a:pPr algn="ctr">
              <a:buNone/>
            </a:pPr>
            <a:endParaRPr lang="zh-CN" altLang="en-US" dirty="0" err="1"/>
          </a:p>
        </p:txBody>
      </p:sp>
      <p:grpSp>
        <p:nvGrpSpPr>
          <p:cNvPr id="24" name="组合 23">
            <a:extLst>
              <a:ext uri="{FF2B5EF4-FFF2-40B4-BE49-F238E27FC236}">
                <a16:creationId xmlns:a16="http://schemas.microsoft.com/office/drawing/2014/main" id="{0CE9E2A7-DDD0-04F7-BE59-9A88A58B7501}"/>
              </a:ext>
            </a:extLst>
          </p:cNvPr>
          <p:cNvGrpSpPr/>
          <p:nvPr/>
        </p:nvGrpSpPr>
        <p:grpSpPr>
          <a:xfrm>
            <a:off x="8099461" y="1948163"/>
            <a:ext cx="2093911" cy="2228492"/>
            <a:chOff x="1199833" y="3005199"/>
            <a:chExt cx="2093911" cy="2228492"/>
          </a:xfrm>
        </p:grpSpPr>
        <p:grpSp>
          <p:nvGrpSpPr>
            <p:cNvPr id="6" name="组合 5">
              <a:extLst>
                <a:ext uri="{FF2B5EF4-FFF2-40B4-BE49-F238E27FC236}">
                  <a16:creationId xmlns:a16="http://schemas.microsoft.com/office/drawing/2014/main" id="{F0D8C56C-E62D-1A20-DFE6-A87095FD9F1C}"/>
                </a:ext>
              </a:extLst>
            </p:cNvPr>
            <p:cNvGrpSpPr/>
            <p:nvPr/>
          </p:nvGrpSpPr>
          <p:grpSpPr>
            <a:xfrm>
              <a:off x="1259523" y="3797397"/>
              <a:ext cx="1914841" cy="1436294"/>
              <a:chOff x="3483168" y="5804450"/>
              <a:chExt cx="1914841" cy="1436294"/>
            </a:xfrm>
          </p:grpSpPr>
          <p:sp>
            <p:nvSpPr>
              <p:cNvPr id="3" name="流程图: 汇总连接 2">
                <a:extLst>
                  <a:ext uri="{FF2B5EF4-FFF2-40B4-BE49-F238E27FC236}">
                    <a16:creationId xmlns:a16="http://schemas.microsoft.com/office/drawing/2014/main" id="{C332CAFB-2FD7-C29F-584B-42D01B34D52A}"/>
                  </a:ext>
                </a:extLst>
              </p:cNvPr>
              <p:cNvSpPr/>
              <p:nvPr/>
            </p:nvSpPr>
            <p:spPr>
              <a:xfrm>
                <a:off x="3483168" y="6890646"/>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sp>
            <p:nvSpPr>
              <p:cNvPr id="4" name="流程图: 汇总连接 3">
                <a:extLst>
                  <a:ext uri="{FF2B5EF4-FFF2-40B4-BE49-F238E27FC236}">
                    <a16:creationId xmlns:a16="http://schemas.microsoft.com/office/drawing/2014/main" id="{07EEAC11-C7B0-039B-56E3-44A3103464D3}"/>
                  </a:ext>
                </a:extLst>
              </p:cNvPr>
              <p:cNvSpPr/>
              <p:nvPr/>
            </p:nvSpPr>
            <p:spPr>
              <a:xfrm>
                <a:off x="5083049" y="5804450"/>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cxnSp>
            <p:nvCxnSpPr>
              <p:cNvPr id="5" name="直接箭头连接符 4">
                <a:extLst>
                  <a:ext uri="{FF2B5EF4-FFF2-40B4-BE49-F238E27FC236}">
                    <a16:creationId xmlns:a16="http://schemas.microsoft.com/office/drawing/2014/main" id="{B1193BFE-6706-55BF-7B46-28B6F193A88A}"/>
                  </a:ext>
                </a:extLst>
              </p:cNvPr>
              <p:cNvCxnSpPr>
                <a:cxnSpLocks/>
                <a:stCxn id="3" idx="6"/>
                <a:endCxn id="4" idx="4"/>
              </p:cNvCxnSpPr>
              <p:nvPr/>
            </p:nvCxnSpPr>
            <p:spPr bwMode="auto">
              <a:xfrm flipV="1">
                <a:off x="3798128" y="6154548"/>
                <a:ext cx="1442401" cy="911147"/>
              </a:xfrm>
              <a:prstGeom prst="straightConnector1">
                <a:avLst/>
              </a:prstGeom>
              <a:noFill/>
              <a:ln w="9525" cap="flat" cmpd="sng" algn="ctr">
                <a:solidFill>
                  <a:schemeClr val="tx1"/>
                </a:solidFill>
                <a:prstDash val="solid"/>
                <a:round/>
                <a:headEnd type="none" w="med" len="med"/>
                <a:tailEnd type="triangle"/>
              </a:ln>
              <a:effectLst/>
            </p:spPr>
          </p:cxnSp>
        </p:grpSp>
        <p:sp>
          <p:nvSpPr>
            <p:cNvPr id="7" name="流程图: 汇总连接 6">
              <a:extLst>
                <a:ext uri="{FF2B5EF4-FFF2-40B4-BE49-F238E27FC236}">
                  <a16:creationId xmlns:a16="http://schemas.microsoft.com/office/drawing/2014/main" id="{F434CE88-DFFD-D480-7BBA-60985C8036D4}"/>
                </a:ext>
              </a:extLst>
            </p:cNvPr>
            <p:cNvSpPr/>
            <p:nvPr/>
          </p:nvSpPr>
          <p:spPr>
            <a:xfrm>
              <a:off x="1259523" y="4128794"/>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sp>
          <p:nvSpPr>
            <p:cNvPr id="8" name="流程图: 汇总连接 7">
              <a:extLst>
                <a:ext uri="{FF2B5EF4-FFF2-40B4-BE49-F238E27FC236}">
                  <a16:creationId xmlns:a16="http://schemas.microsoft.com/office/drawing/2014/main" id="{1B317E31-4CFA-C774-18C6-C8A7823DDFEB}"/>
                </a:ext>
              </a:extLst>
            </p:cNvPr>
            <p:cNvSpPr/>
            <p:nvPr/>
          </p:nvSpPr>
          <p:spPr>
            <a:xfrm>
              <a:off x="2859404" y="4473374"/>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cxnSp>
          <p:nvCxnSpPr>
            <p:cNvPr id="9" name="直接箭头连接符 8">
              <a:extLst>
                <a:ext uri="{FF2B5EF4-FFF2-40B4-BE49-F238E27FC236}">
                  <a16:creationId xmlns:a16="http://schemas.microsoft.com/office/drawing/2014/main" id="{2586D596-B2D6-5D62-9CF1-C6A4BD9465BB}"/>
                </a:ext>
              </a:extLst>
            </p:cNvPr>
            <p:cNvCxnSpPr>
              <a:stCxn id="7" idx="6"/>
              <a:endCxn id="8" idx="3"/>
            </p:cNvCxnSpPr>
            <p:nvPr/>
          </p:nvCxnSpPr>
          <p:spPr bwMode="auto">
            <a:xfrm>
              <a:off x="1574483" y="4303843"/>
              <a:ext cx="1331046" cy="468358"/>
            </a:xfrm>
            <a:prstGeom prst="straightConnector1">
              <a:avLst/>
            </a:prstGeom>
            <a:noFill/>
            <a:ln w="9525" cap="flat" cmpd="sng" algn="ctr">
              <a:solidFill>
                <a:schemeClr val="tx1"/>
              </a:solidFill>
              <a:prstDash val="solid"/>
              <a:round/>
              <a:headEnd type="none" w="med" len="med"/>
              <a:tailEnd type="triangle"/>
            </a:ln>
            <a:effectLst/>
          </p:spPr>
        </p:cxnSp>
        <p:sp>
          <p:nvSpPr>
            <p:cNvPr id="13" name="流程图: 汇总连接 12">
              <a:extLst>
                <a:ext uri="{FF2B5EF4-FFF2-40B4-BE49-F238E27FC236}">
                  <a16:creationId xmlns:a16="http://schemas.microsoft.com/office/drawing/2014/main" id="{3C98E112-848E-9917-CA9A-D6EE7C1CDFE9}"/>
                </a:ext>
              </a:extLst>
            </p:cNvPr>
            <p:cNvSpPr/>
            <p:nvPr/>
          </p:nvSpPr>
          <p:spPr>
            <a:xfrm>
              <a:off x="1259523" y="3401297"/>
              <a:ext cx="314960" cy="350098"/>
            </a:xfrm>
            <a:prstGeom prst="flowChartSummingJunction">
              <a:avLst/>
            </a:prstGeom>
            <a:noFill/>
            <a:ln>
              <a:solidFill>
                <a:schemeClr val="tx1"/>
              </a:solidFill>
              <a:prstDash val="dash"/>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37AED88-7E2A-120A-F7C4-4843ACF24D41}"/>
                    </a:ext>
                  </a:extLst>
                </p:cNvPr>
                <p:cNvSpPr txBox="1"/>
                <p:nvPr/>
              </p:nvSpPr>
              <p:spPr>
                <a:xfrm>
                  <a:off x="1199833" y="3005199"/>
                  <a:ext cx="434340" cy="3719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1</m:t>
                            </m:r>
                          </m:sup>
                        </m:sSubSup>
                      </m:oMath>
                    </m:oMathPara>
                  </a14:m>
                  <a:endParaRPr lang="zh-CN" altLang="en-US" dirty="0"/>
                </a:p>
              </p:txBody>
            </p:sp>
          </mc:Choice>
          <mc:Fallback xmlns="">
            <p:sp>
              <p:nvSpPr>
                <p:cNvPr id="15" name="文本框 14">
                  <a:extLst>
                    <a:ext uri="{FF2B5EF4-FFF2-40B4-BE49-F238E27FC236}">
                      <a16:creationId xmlns:a16="http://schemas.microsoft.com/office/drawing/2014/main" id="{B37AED88-7E2A-120A-F7C4-4843ACF24D41}"/>
                    </a:ext>
                  </a:extLst>
                </p:cNvPr>
                <p:cNvSpPr txBox="1">
                  <a:spLocks noRot="1" noChangeAspect="1" noMove="1" noResize="1" noEditPoints="1" noAdjustHandles="1" noChangeArrowheads="1" noChangeShapeType="1" noTextEdit="1"/>
                </p:cNvSpPr>
                <p:nvPr/>
              </p:nvSpPr>
              <p:spPr>
                <a:xfrm>
                  <a:off x="1199833" y="3005199"/>
                  <a:ext cx="434340" cy="371961"/>
                </a:xfrm>
                <a:prstGeom prst="rect">
                  <a:avLst/>
                </a:prstGeom>
                <a:blipFill>
                  <a:blip r:embed="rId14"/>
                  <a:stretch>
                    <a:fillRect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3FB4049-91A2-2AA5-4A45-E0366B94D709}"/>
                    </a:ext>
                  </a:extLst>
                </p:cNvPr>
                <p:cNvSpPr txBox="1"/>
                <p:nvPr/>
              </p:nvSpPr>
              <p:spPr>
                <a:xfrm>
                  <a:off x="1199833" y="3726435"/>
                  <a:ext cx="314960" cy="3725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2</m:t>
                            </m:r>
                          </m:sup>
                        </m:sSubSup>
                      </m:oMath>
                    </m:oMathPara>
                  </a14:m>
                  <a:endParaRPr lang="zh-CN" altLang="en-US" dirty="0"/>
                </a:p>
              </p:txBody>
            </p:sp>
          </mc:Choice>
          <mc:Fallback xmlns="">
            <p:sp>
              <p:nvSpPr>
                <p:cNvPr id="17" name="文本框 16">
                  <a:extLst>
                    <a:ext uri="{FF2B5EF4-FFF2-40B4-BE49-F238E27FC236}">
                      <a16:creationId xmlns:a16="http://schemas.microsoft.com/office/drawing/2014/main" id="{93FB4049-91A2-2AA5-4A45-E0366B94D709}"/>
                    </a:ext>
                  </a:extLst>
                </p:cNvPr>
                <p:cNvSpPr txBox="1">
                  <a:spLocks noRot="1" noChangeAspect="1" noMove="1" noResize="1" noEditPoints="1" noAdjustHandles="1" noChangeArrowheads="1" noChangeShapeType="1" noTextEdit="1"/>
                </p:cNvSpPr>
                <p:nvPr/>
              </p:nvSpPr>
              <p:spPr>
                <a:xfrm>
                  <a:off x="1199833" y="3726435"/>
                  <a:ext cx="314960" cy="372538"/>
                </a:xfrm>
                <a:prstGeom prst="rect">
                  <a:avLst/>
                </a:prstGeom>
                <a:blipFill>
                  <a:blip r:embed="rId15"/>
                  <a:stretch>
                    <a:fillRect r="-15686"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6A51CFF-341D-6475-0DEE-E0939103192A}"/>
                    </a:ext>
                  </a:extLst>
                </p:cNvPr>
                <p:cNvSpPr txBox="1"/>
                <p:nvPr/>
              </p:nvSpPr>
              <p:spPr>
                <a:xfrm>
                  <a:off x="1234040" y="4497060"/>
                  <a:ext cx="434340" cy="3738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3</m:t>
                            </m:r>
                          </m:sup>
                        </m:sSubSup>
                      </m:oMath>
                    </m:oMathPara>
                  </a14:m>
                  <a:endParaRPr lang="zh-CN" altLang="en-US" dirty="0"/>
                </a:p>
              </p:txBody>
            </p:sp>
          </mc:Choice>
          <mc:Fallback xmlns="">
            <p:sp>
              <p:nvSpPr>
                <p:cNvPr id="19" name="文本框 18">
                  <a:extLst>
                    <a:ext uri="{FF2B5EF4-FFF2-40B4-BE49-F238E27FC236}">
                      <a16:creationId xmlns:a16="http://schemas.microsoft.com/office/drawing/2014/main" id="{66A51CFF-341D-6475-0DEE-E0939103192A}"/>
                    </a:ext>
                  </a:extLst>
                </p:cNvPr>
                <p:cNvSpPr txBox="1">
                  <a:spLocks noRot="1" noChangeAspect="1" noMove="1" noResize="1" noEditPoints="1" noAdjustHandles="1" noChangeArrowheads="1" noChangeShapeType="1" noTextEdit="1"/>
                </p:cNvSpPr>
                <p:nvPr/>
              </p:nvSpPr>
              <p:spPr>
                <a:xfrm>
                  <a:off x="1234040" y="4497060"/>
                  <a:ext cx="434340" cy="373885"/>
                </a:xfrm>
                <a:prstGeom prst="rect">
                  <a:avLst/>
                </a:prstGeom>
                <a:blipFill>
                  <a:blip r:embed="rId16"/>
                  <a:stretch>
                    <a:fillRect b="-16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A16FB7C-7856-5FBA-E7B1-9D3A6A69850D}"/>
                    </a:ext>
                  </a:extLst>
                </p:cNvPr>
                <p:cNvSpPr txBox="1"/>
                <p:nvPr/>
              </p:nvSpPr>
              <p:spPr>
                <a:xfrm>
                  <a:off x="2859404" y="3368615"/>
                  <a:ext cx="434340" cy="3724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2</m:t>
                            </m:r>
                          </m:sub>
                          <m:sup>
                            <m:r>
                              <a:rPr lang="en-US" altLang="zh-CN" sz="1800" b="0" i="1" smtClean="0">
                                <a:latin typeface="Cambria Math" panose="02040503050406030204" pitchFamily="18" charset="0"/>
                              </a:rPr>
                              <m:t>1</m:t>
                            </m:r>
                          </m:sup>
                        </m:sSubSup>
                      </m:oMath>
                    </m:oMathPara>
                  </a14:m>
                  <a:endParaRPr lang="zh-CN" altLang="en-US" dirty="0"/>
                </a:p>
              </p:txBody>
            </p:sp>
          </mc:Choice>
          <mc:Fallback xmlns="">
            <p:sp>
              <p:nvSpPr>
                <p:cNvPr id="21" name="文本框 20">
                  <a:extLst>
                    <a:ext uri="{FF2B5EF4-FFF2-40B4-BE49-F238E27FC236}">
                      <a16:creationId xmlns:a16="http://schemas.microsoft.com/office/drawing/2014/main" id="{8A16FB7C-7856-5FBA-E7B1-9D3A6A69850D}"/>
                    </a:ext>
                  </a:extLst>
                </p:cNvPr>
                <p:cNvSpPr txBox="1">
                  <a:spLocks noRot="1" noChangeAspect="1" noMove="1" noResize="1" noEditPoints="1" noAdjustHandles="1" noChangeArrowheads="1" noChangeShapeType="1" noTextEdit="1"/>
                </p:cNvSpPr>
                <p:nvPr/>
              </p:nvSpPr>
              <p:spPr>
                <a:xfrm>
                  <a:off x="2859404" y="3368615"/>
                  <a:ext cx="434340" cy="372474"/>
                </a:xfrm>
                <a:prstGeom prst="rect">
                  <a:avLst/>
                </a:prstGeom>
                <a:blipFill>
                  <a:blip r:embed="rId17"/>
                  <a:stretch>
                    <a:fillRect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FD0ADE7-DB7C-D3BF-6D2B-BE07D212336A}"/>
                    </a:ext>
                  </a:extLst>
                </p:cNvPr>
                <p:cNvSpPr txBox="1"/>
                <p:nvPr/>
              </p:nvSpPr>
              <p:spPr>
                <a:xfrm>
                  <a:off x="2836771" y="4123909"/>
                  <a:ext cx="434340" cy="3730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2</m:t>
                            </m:r>
                          </m:sub>
                          <m:sup>
                            <m:r>
                              <a:rPr lang="en-US" altLang="zh-CN" sz="1800" b="0" i="1" smtClean="0">
                                <a:latin typeface="Cambria Math" panose="02040503050406030204" pitchFamily="18" charset="0"/>
                              </a:rPr>
                              <m:t>2</m:t>
                            </m:r>
                          </m:sup>
                        </m:sSubSup>
                      </m:oMath>
                    </m:oMathPara>
                  </a14:m>
                  <a:endParaRPr lang="zh-CN" altLang="en-US" dirty="0"/>
                </a:p>
              </p:txBody>
            </p:sp>
          </mc:Choice>
          <mc:Fallback xmlns="">
            <p:sp>
              <p:nvSpPr>
                <p:cNvPr id="23" name="文本框 22">
                  <a:extLst>
                    <a:ext uri="{FF2B5EF4-FFF2-40B4-BE49-F238E27FC236}">
                      <a16:creationId xmlns:a16="http://schemas.microsoft.com/office/drawing/2014/main" id="{BFD0ADE7-DB7C-D3BF-6D2B-BE07D212336A}"/>
                    </a:ext>
                  </a:extLst>
                </p:cNvPr>
                <p:cNvSpPr txBox="1">
                  <a:spLocks noRot="1" noChangeAspect="1" noMove="1" noResize="1" noEditPoints="1" noAdjustHandles="1" noChangeArrowheads="1" noChangeShapeType="1" noTextEdit="1"/>
                </p:cNvSpPr>
                <p:nvPr/>
              </p:nvSpPr>
              <p:spPr>
                <a:xfrm>
                  <a:off x="2836771" y="4123909"/>
                  <a:ext cx="434340" cy="373051"/>
                </a:xfrm>
                <a:prstGeom prst="rect">
                  <a:avLst/>
                </a:prstGeom>
                <a:blipFill>
                  <a:blip r:embed="rId18"/>
                  <a:stretch>
                    <a:fillRect b="-3279"/>
                  </a:stretch>
                </a:blipFill>
              </p:spPr>
              <p:txBody>
                <a:bodyPr/>
                <a:lstStyle/>
                <a:p>
                  <a:r>
                    <a:rPr lang="zh-CN" altLang="en-US">
                      <a:noFill/>
                    </a:rPr>
                    <a:t> </a:t>
                  </a:r>
                </a:p>
              </p:txBody>
            </p:sp>
          </mc:Fallback>
        </mc:AlternateContent>
      </p:grpSp>
      <p:sp>
        <p:nvSpPr>
          <p:cNvPr id="43" name="文本框 42">
            <a:extLst>
              <a:ext uri="{FF2B5EF4-FFF2-40B4-BE49-F238E27FC236}">
                <a16:creationId xmlns:a16="http://schemas.microsoft.com/office/drawing/2014/main" id="{8DD54AF1-6D4F-70F8-7377-1D697D63E9A8}"/>
              </a:ext>
            </a:extLst>
          </p:cNvPr>
          <p:cNvSpPr txBox="1"/>
          <p:nvPr/>
        </p:nvSpPr>
        <p:spPr>
          <a:xfrm>
            <a:off x="10058010" y="2694359"/>
            <a:ext cx="1524000" cy="707886"/>
          </a:xfrm>
          <a:prstGeom prst="rect">
            <a:avLst/>
          </a:prstGeom>
          <a:noFill/>
        </p:spPr>
        <p:txBody>
          <a:bodyPr wrap="square" rtlCol="0" anchor="ctr" anchorCtr="1">
            <a:spAutoFit/>
          </a:bodyPr>
          <a:lstStyle/>
          <a:p>
            <a:pPr>
              <a:buNone/>
            </a:pPr>
            <a:r>
              <a:rPr lang="en-US" altLang="zh-CN" sz="4000" dirty="0"/>
              <a:t>……</a:t>
            </a:r>
            <a:endParaRPr lang="zh-CN" altLang="en-US" sz="4000" dirty="0"/>
          </a:p>
        </p:txBody>
      </p:sp>
      <p:sp>
        <p:nvSpPr>
          <p:cNvPr id="44" name="文本框 43">
            <a:extLst>
              <a:ext uri="{FF2B5EF4-FFF2-40B4-BE49-F238E27FC236}">
                <a16:creationId xmlns:a16="http://schemas.microsoft.com/office/drawing/2014/main" id="{23F62729-64AB-F968-11FF-375B062CB533}"/>
              </a:ext>
            </a:extLst>
          </p:cNvPr>
          <p:cNvSpPr txBox="1"/>
          <p:nvPr/>
        </p:nvSpPr>
        <p:spPr>
          <a:xfrm>
            <a:off x="7637083" y="4267696"/>
            <a:ext cx="3944927" cy="2308324"/>
          </a:xfrm>
          <a:prstGeom prst="rect">
            <a:avLst/>
          </a:prstGeom>
          <a:noFill/>
        </p:spPr>
        <p:txBody>
          <a:bodyPr wrap="square" rtlCol="0" anchor="ctr" anchorCtr="1">
            <a:spAutoFit/>
          </a:bodyPr>
          <a:lstStyle/>
          <a:p>
            <a:pPr marL="285750" indent="-285750">
              <a:buFont typeface="Arial" panose="020B0604020202020204" pitchFamily="34" charset="0"/>
              <a:buChar char="•"/>
            </a:pPr>
            <a:r>
              <a:rPr lang="en-US" altLang="zh-CN" sz="2400" dirty="0"/>
              <a:t>At each epoch, find the path from candidates of last epoch which would reach current candidate with highest confidence probability</a:t>
            </a:r>
          </a:p>
        </p:txBody>
      </p:sp>
    </p:spTree>
    <p:extLst>
      <p:ext uri="{BB962C8B-B14F-4D97-AF65-F5344CB8AC3E}">
        <p14:creationId xmlns:p14="http://schemas.microsoft.com/office/powerpoint/2010/main" val="804879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3E426-B84D-732A-8B86-C1DC38024B9D}"/>
            </a:ext>
          </a:extLst>
        </p:cNvPr>
        <p:cNvGrpSpPr/>
        <p:nvPr/>
      </p:nvGrpSpPr>
      <p:grpSpPr>
        <a:xfrm>
          <a:off x="0" y="0"/>
          <a:ext cx="0" cy="0"/>
          <a:chOff x="0" y="0"/>
          <a:chExt cx="0" cy="0"/>
        </a:xfrm>
      </p:grpSpPr>
      <p:sp>
        <p:nvSpPr>
          <p:cNvPr id="104" name="矩形 103">
            <a:extLst>
              <a:ext uri="{FF2B5EF4-FFF2-40B4-BE49-F238E27FC236}">
                <a16:creationId xmlns:a16="http://schemas.microsoft.com/office/drawing/2014/main" id="{BAF974EB-E5CD-E27A-C953-0F71BD9F51FC}"/>
              </a:ext>
            </a:extLst>
          </p:cNvPr>
          <p:cNvSpPr/>
          <p:nvPr/>
        </p:nvSpPr>
        <p:spPr>
          <a:xfrm>
            <a:off x="289805" y="1306897"/>
            <a:ext cx="5557101" cy="5362113"/>
          </a:xfrm>
          <a:prstGeom prst="rect">
            <a:avLst/>
          </a:prstGeom>
          <a:solidFill>
            <a:srgbClr val="FF0000">
              <a:alpha val="20000"/>
            </a:srgbClr>
          </a:solidFill>
          <a:ln>
            <a:solidFill>
              <a:schemeClr val="tx1"/>
            </a:solidFill>
          </a:ln>
        </p:spPr>
        <p:txBody>
          <a:bodyPr wrap="square" rtlCol="0" anchor="ctr">
            <a:noAutofit/>
          </a:bodyPr>
          <a:lstStyle/>
          <a:p>
            <a:pPr algn="ctr">
              <a:buNone/>
            </a:pPr>
            <a:endParaRPr lang="zh-CN" altLang="en-US" dirty="0" err="1"/>
          </a:p>
        </p:txBody>
      </p:sp>
      <p:sp>
        <p:nvSpPr>
          <p:cNvPr id="2" name="标题 1">
            <a:extLst>
              <a:ext uri="{FF2B5EF4-FFF2-40B4-BE49-F238E27FC236}">
                <a16:creationId xmlns:a16="http://schemas.microsoft.com/office/drawing/2014/main" id="{676473FD-8C56-4233-300D-EB9E907C90E7}"/>
              </a:ext>
            </a:extLst>
          </p:cNvPr>
          <p:cNvSpPr txBox="1">
            <a:spLocks/>
          </p:cNvSpPr>
          <p:nvPr/>
        </p:nvSpPr>
        <p:spPr>
          <a:xfrm>
            <a:off x="3764607" y="115848"/>
            <a:ext cx="8030344" cy="1052736"/>
          </a:xfrm>
          <a:prstGeom prst="rect">
            <a:avLst/>
          </a:prstGeom>
        </p:spPr>
        <p:txBody>
          <a:bodyPr/>
          <a:lst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a:lstStyle>
          <a:p>
            <a:r>
              <a:rPr lang="en-US" altLang="zh-CN" kern="0" dirty="0">
                <a:latin typeface="Arial" panose="020B0604020202020204" pitchFamily="34" charset="0"/>
                <a:ea typeface="黑体" panose="02010609060101010101" pitchFamily="49" charset="-122"/>
              </a:rPr>
              <a:t> </a:t>
            </a:r>
            <a:r>
              <a:rPr lang="en-US" altLang="zh-CN" dirty="0"/>
              <a:t>Normalization</a:t>
            </a:r>
            <a:endParaRPr lang="zh-CN" altLang="en-US" kern="0" dirty="0">
              <a:latin typeface="Arial" panose="020B0604020202020204" pitchFamily="34" charset="0"/>
              <a:ea typeface="黑体" panose="02010609060101010101" pitchFamily="49" charset="-122"/>
            </a:endParaRPr>
          </a:p>
        </p:txBody>
      </p:sp>
      <p:grpSp>
        <p:nvGrpSpPr>
          <p:cNvPr id="30" name="组合 29">
            <a:extLst>
              <a:ext uri="{FF2B5EF4-FFF2-40B4-BE49-F238E27FC236}">
                <a16:creationId xmlns:a16="http://schemas.microsoft.com/office/drawing/2014/main" id="{283BFEFF-CBBA-3D46-B036-991E9C0489E9}"/>
              </a:ext>
            </a:extLst>
          </p:cNvPr>
          <p:cNvGrpSpPr/>
          <p:nvPr/>
        </p:nvGrpSpPr>
        <p:grpSpPr>
          <a:xfrm>
            <a:off x="289805" y="1395733"/>
            <a:ext cx="2846355" cy="2296162"/>
            <a:chOff x="6763595" y="1309630"/>
            <a:chExt cx="2846355" cy="2296162"/>
          </a:xfrm>
        </p:grpSpPr>
        <p:grpSp>
          <p:nvGrpSpPr>
            <p:cNvPr id="28" name="组合 27">
              <a:extLst>
                <a:ext uri="{FF2B5EF4-FFF2-40B4-BE49-F238E27FC236}">
                  <a16:creationId xmlns:a16="http://schemas.microsoft.com/office/drawing/2014/main" id="{F14AD0A2-724F-0B88-B570-30E766AED503}"/>
                </a:ext>
              </a:extLst>
            </p:cNvPr>
            <p:cNvGrpSpPr/>
            <p:nvPr/>
          </p:nvGrpSpPr>
          <p:grpSpPr>
            <a:xfrm>
              <a:off x="6763595" y="1319010"/>
              <a:ext cx="1197470" cy="2286782"/>
              <a:chOff x="6763595" y="1319010"/>
              <a:chExt cx="1197470" cy="2286782"/>
            </a:xfrm>
          </p:grpSpPr>
          <p:grpSp>
            <p:nvGrpSpPr>
              <p:cNvPr id="40" name="组合 39">
                <a:extLst>
                  <a:ext uri="{FF2B5EF4-FFF2-40B4-BE49-F238E27FC236}">
                    <a16:creationId xmlns:a16="http://schemas.microsoft.com/office/drawing/2014/main" id="{790BC628-1AAF-ADF6-FB64-FCC12C214D8A}"/>
                  </a:ext>
                </a:extLst>
              </p:cNvPr>
              <p:cNvGrpSpPr/>
              <p:nvPr/>
            </p:nvGrpSpPr>
            <p:grpSpPr>
              <a:xfrm>
                <a:off x="6763595" y="1319010"/>
                <a:ext cx="1197470" cy="743777"/>
                <a:chOff x="6939985" y="1469949"/>
                <a:chExt cx="1197470" cy="743777"/>
              </a:xfrm>
            </p:grpSpPr>
            <p:sp>
              <p:nvSpPr>
                <p:cNvPr id="38" name="流程图: 汇总连接 37">
                  <a:extLst>
                    <a:ext uri="{FF2B5EF4-FFF2-40B4-BE49-F238E27FC236}">
                      <a16:creationId xmlns:a16="http://schemas.microsoft.com/office/drawing/2014/main" id="{B8D498C5-BB88-8B70-D262-32F36AFDAD4B}"/>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F61C4067-2354-B7D2-EFA5-AC8FD2905FBB}"/>
                        </a:ext>
                      </a:extLst>
                    </p:cNvPr>
                    <p:cNvSpPr txBox="1"/>
                    <p:nvPr/>
                  </p:nvSpPr>
                  <p:spPr>
                    <a:xfrm>
                      <a:off x="6939985" y="1469949"/>
                      <a:ext cx="1197470" cy="403059"/>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1</m:t>
                                </m:r>
                              </m:sup>
                            </m:sSubSup>
                            <m:r>
                              <a:rPr lang="en-US" altLang="zh-CN" sz="2000" b="0" i="0" smtClean="0">
                                <a:latin typeface="Cambria Math" panose="02040503050406030204" pitchFamily="18" charset="0"/>
                              </a:rPr>
                              <m:t>=0.1</m:t>
                            </m:r>
                          </m:oMath>
                        </m:oMathPara>
                      </a14:m>
                      <a:endParaRPr lang="zh-CN" altLang="en-US" sz="2000" dirty="0"/>
                    </a:p>
                  </p:txBody>
                </p:sp>
              </mc:Choice>
              <mc:Fallback xmlns="">
                <p:sp>
                  <p:nvSpPr>
                    <p:cNvPr id="39" name="文本框 38">
                      <a:extLst>
                        <a:ext uri="{FF2B5EF4-FFF2-40B4-BE49-F238E27FC236}">
                          <a16:creationId xmlns:a16="http://schemas.microsoft.com/office/drawing/2014/main" id="{F61C4067-2354-B7D2-EFA5-AC8FD2905FBB}"/>
                        </a:ext>
                      </a:extLst>
                    </p:cNvPr>
                    <p:cNvSpPr txBox="1">
                      <a:spLocks noRot="1" noChangeAspect="1" noMove="1" noResize="1" noEditPoints="1" noAdjustHandles="1" noChangeArrowheads="1" noChangeShapeType="1" noTextEdit="1"/>
                    </p:cNvSpPr>
                    <p:nvPr/>
                  </p:nvSpPr>
                  <p:spPr>
                    <a:xfrm>
                      <a:off x="6939985" y="1469949"/>
                      <a:ext cx="1197470" cy="403059"/>
                    </a:xfrm>
                    <a:prstGeom prst="rect">
                      <a:avLst/>
                    </a:prstGeom>
                    <a:blipFill>
                      <a:blip r:embed="rId3"/>
                      <a:stretch>
                        <a:fillRect b="-2985"/>
                      </a:stretch>
                    </a:blipFill>
                  </p:spPr>
                  <p:txBody>
                    <a:bodyPr/>
                    <a:lstStyle/>
                    <a:p>
                      <a:r>
                        <a:rPr lang="zh-CN" altLang="en-US">
                          <a:noFill/>
                        </a:rPr>
                        <a:t> </a:t>
                      </a:r>
                    </a:p>
                  </p:txBody>
                </p:sp>
              </mc:Fallback>
            </mc:AlternateContent>
          </p:grpSp>
          <p:grpSp>
            <p:nvGrpSpPr>
              <p:cNvPr id="45" name="组合 44">
                <a:extLst>
                  <a:ext uri="{FF2B5EF4-FFF2-40B4-BE49-F238E27FC236}">
                    <a16:creationId xmlns:a16="http://schemas.microsoft.com/office/drawing/2014/main" id="{FA95D1B0-D2CB-195B-E6B1-A0D13276C75E}"/>
                  </a:ext>
                </a:extLst>
              </p:cNvPr>
              <p:cNvGrpSpPr/>
              <p:nvPr/>
            </p:nvGrpSpPr>
            <p:grpSpPr>
              <a:xfrm>
                <a:off x="6763595" y="2071294"/>
                <a:ext cx="1197470" cy="762626"/>
                <a:chOff x="6939985" y="1451100"/>
                <a:chExt cx="1197470" cy="762626"/>
              </a:xfrm>
            </p:grpSpPr>
            <p:sp>
              <p:nvSpPr>
                <p:cNvPr id="46" name="流程图: 汇总连接 45">
                  <a:extLst>
                    <a:ext uri="{FF2B5EF4-FFF2-40B4-BE49-F238E27FC236}">
                      <a16:creationId xmlns:a16="http://schemas.microsoft.com/office/drawing/2014/main" id="{E077A006-F305-4472-8C10-C8937C541A64}"/>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2952BEB1-6FD2-CAC7-9D1B-2D0A07887760}"/>
                        </a:ext>
                      </a:extLst>
                    </p:cNvPr>
                    <p:cNvSpPr txBox="1"/>
                    <p:nvPr/>
                  </p:nvSpPr>
                  <p:spPr>
                    <a:xfrm>
                      <a:off x="6939985" y="1451100"/>
                      <a:ext cx="1197470" cy="403700"/>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=0.4</m:t>
                            </m:r>
                          </m:oMath>
                        </m:oMathPara>
                      </a14:m>
                      <a:endParaRPr lang="zh-CN" altLang="en-US" sz="2000" dirty="0"/>
                    </a:p>
                  </p:txBody>
                </p:sp>
              </mc:Choice>
              <mc:Fallback xmlns="">
                <p:sp>
                  <p:nvSpPr>
                    <p:cNvPr id="47" name="文本框 46">
                      <a:extLst>
                        <a:ext uri="{FF2B5EF4-FFF2-40B4-BE49-F238E27FC236}">
                          <a16:creationId xmlns:a16="http://schemas.microsoft.com/office/drawing/2014/main" id="{2952BEB1-6FD2-CAC7-9D1B-2D0A07887760}"/>
                        </a:ext>
                      </a:extLst>
                    </p:cNvPr>
                    <p:cNvSpPr txBox="1">
                      <a:spLocks noRot="1" noChangeAspect="1" noMove="1" noResize="1" noEditPoints="1" noAdjustHandles="1" noChangeArrowheads="1" noChangeShapeType="1" noTextEdit="1"/>
                    </p:cNvSpPr>
                    <p:nvPr/>
                  </p:nvSpPr>
                  <p:spPr>
                    <a:xfrm>
                      <a:off x="6939985" y="1451100"/>
                      <a:ext cx="1197470" cy="403700"/>
                    </a:xfrm>
                    <a:prstGeom prst="rect">
                      <a:avLst/>
                    </a:prstGeom>
                    <a:blipFill>
                      <a:blip r:embed="rId4"/>
                      <a:stretch>
                        <a:fillRect b="-4545"/>
                      </a:stretch>
                    </a:blipFill>
                  </p:spPr>
                  <p:txBody>
                    <a:bodyPr/>
                    <a:lstStyle/>
                    <a:p>
                      <a:r>
                        <a:rPr lang="zh-CN" altLang="en-US">
                          <a:noFill/>
                        </a:rPr>
                        <a:t> </a:t>
                      </a:r>
                    </a:p>
                  </p:txBody>
                </p:sp>
              </mc:Fallback>
            </mc:AlternateContent>
          </p:grpSp>
          <p:grpSp>
            <p:nvGrpSpPr>
              <p:cNvPr id="48" name="组合 47">
                <a:extLst>
                  <a:ext uri="{FF2B5EF4-FFF2-40B4-BE49-F238E27FC236}">
                    <a16:creationId xmlns:a16="http://schemas.microsoft.com/office/drawing/2014/main" id="{0C5D1A05-62DD-202D-2EE4-EE06261A25A3}"/>
                  </a:ext>
                </a:extLst>
              </p:cNvPr>
              <p:cNvGrpSpPr/>
              <p:nvPr/>
            </p:nvGrpSpPr>
            <p:grpSpPr>
              <a:xfrm>
                <a:off x="6763595" y="2885191"/>
                <a:ext cx="1197470" cy="720601"/>
                <a:chOff x="6939985" y="1493125"/>
                <a:chExt cx="1197470" cy="720601"/>
              </a:xfrm>
            </p:grpSpPr>
            <p:sp>
              <p:nvSpPr>
                <p:cNvPr id="49" name="流程图: 汇总连接 48">
                  <a:extLst>
                    <a:ext uri="{FF2B5EF4-FFF2-40B4-BE49-F238E27FC236}">
                      <a16:creationId xmlns:a16="http://schemas.microsoft.com/office/drawing/2014/main" id="{72B4A112-C20A-F94F-ABCC-ECB6C5338864}"/>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7D422E6B-24F9-CF10-6F57-E9C3227AC1BA}"/>
                        </a:ext>
                      </a:extLst>
                    </p:cNvPr>
                    <p:cNvSpPr txBox="1"/>
                    <p:nvPr/>
                  </p:nvSpPr>
                  <p:spPr>
                    <a:xfrm>
                      <a:off x="6939985" y="1493125"/>
                      <a:ext cx="1197470" cy="40517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3</m:t>
                                </m:r>
                              </m:sup>
                            </m:sSubSup>
                            <m:r>
                              <a:rPr lang="en-US" altLang="zh-CN" sz="2000" b="0" i="1" smtClean="0">
                                <a:latin typeface="Cambria Math" panose="02040503050406030204" pitchFamily="18" charset="0"/>
                              </a:rPr>
                              <m:t>=0.5</m:t>
                            </m:r>
                          </m:oMath>
                        </m:oMathPara>
                      </a14:m>
                      <a:endParaRPr lang="zh-CN" altLang="en-US" sz="2000" dirty="0"/>
                    </a:p>
                  </p:txBody>
                </p:sp>
              </mc:Choice>
              <mc:Fallback xmlns="">
                <p:sp>
                  <p:nvSpPr>
                    <p:cNvPr id="50" name="文本框 49">
                      <a:extLst>
                        <a:ext uri="{FF2B5EF4-FFF2-40B4-BE49-F238E27FC236}">
                          <a16:creationId xmlns:a16="http://schemas.microsoft.com/office/drawing/2014/main" id="{7D422E6B-24F9-CF10-6F57-E9C3227AC1BA}"/>
                        </a:ext>
                      </a:extLst>
                    </p:cNvPr>
                    <p:cNvSpPr txBox="1">
                      <a:spLocks noRot="1" noChangeAspect="1" noMove="1" noResize="1" noEditPoints="1" noAdjustHandles="1" noChangeArrowheads="1" noChangeShapeType="1" noTextEdit="1"/>
                    </p:cNvSpPr>
                    <p:nvPr/>
                  </p:nvSpPr>
                  <p:spPr>
                    <a:xfrm>
                      <a:off x="6939985" y="1493125"/>
                      <a:ext cx="1197470" cy="405176"/>
                    </a:xfrm>
                    <a:prstGeom prst="rect">
                      <a:avLst/>
                    </a:prstGeom>
                    <a:blipFill>
                      <a:blip r:embed="rId5"/>
                      <a:stretch>
                        <a:fillRect b="-2985"/>
                      </a:stretch>
                    </a:blipFill>
                  </p:spPr>
                  <p:txBody>
                    <a:bodyPr/>
                    <a:lstStyle/>
                    <a:p>
                      <a:r>
                        <a:rPr lang="zh-CN" altLang="en-US">
                          <a:noFill/>
                        </a:rPr>
                        <a:t> </a:t>
                      </a:r>
                    </a:p>
                  </p:txBody>
                </p:sp>
              </mc:Fallback>
            </mc:AlternateContent>
          </p:grpSp>
        </p:grpSp>
        <p:sp>
          <p:nvSpPr>
            <p:cNvPr id="52" name="流程图: 汇总连接 51">
              <a:extLst>
                <a:ext uri="{FF2B5EF4-FFF2-40B4-BE49-F238E27FC236}">
                  <a16:creationId xmlns:a16="http://schemas.microsoft.com/office/drawing/2014/main" id="{4FB53D67-5744-1A1D-FBE1-751F0ACF50EA}"/>
                </a:ext>
              </a:extLst>
            </p:cNvPr>
            <p:cNvSpPr/>
            <p:nvPr/>
          </p:nvSpPr>
          <p:spPr>
            <a:xfrm>
              <a:off x="8896490" y="1688579"/>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692FA756-EC00-4777-D45F-945AA20EC2D9}"/>
                    </a:ext>
                  </a:extLst>
                </p:cNvPr>
                <p:cNvSpPr txBox="1"/>
                <p:nvPr/>
              </p:nvSpPr>
              <p:spPr>
                <a:xfrm>
                  <a:off x="8412480" y="1309630"/>
                  <a:ext cx="1197470" cy="403572"/>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1</m:t>
                            </m:r>
                          </m:sup>
                        </m:sSubSup>
                        <m:r>
                          <a:rPr lang="en-US" altLang="zh-CN" sz="2000" b="0" i="0" smtClean="0">
                            <a:latin typeface="Cambria Math" panose="02040503050406030204" pitchFamily="18" charset="0"/>
                          </a:rPr>
                          <m:t>=0.2</m:t>
                        </m:r>
                      </m:oMath>
                    </m:oMathPara>
                  </a14:m>
                  <a:endParaRPr lang="zh-CN" altLang="en-US" sz="2000" dirty="0"/>
                </a:p>
              </p:txBody>
            </p:sp>
          </mc:Choice>
          <mc:Fallback xmlns="">
            <p:sp>
              <p:nvSpPr>
                <p:cNvPr id="53" name="文本框 52">
                  <a:extLst>
                    <a:ext uri="{FF2B5EF4-FFF2-40B4-BE49-F238E27FC236}">
                      <a16:creationId xmlns:a16="http://schemas.microsoft.com/office/drawing/2014/main" id="{692FA756-EC00-4777-D45F-945AA20EC2D9}"/>
                    </a:ext>
                  </a:extLst>
                </p:cNvPr>
                <p:cNvSpPr txBox="1">
                  <a:spLocks noRot="1" noChangeAspect="1" noMove="1" noResize="1" noEditPoints="1" noAdjustHandles="1" noChangeArrowheads="1" noChangeShapeType="1" noTextEdit="1"/>
                </p:cNvSpPr>
                <p:nvPr/>
              </p:nvSpPr>
              <p:spPr>
                <a:xfrm>
                  <a:off x="8412480" y="1309630"/>
                  <a:ext cx="1197470" cy="403572"/>
                </a:xfrm>
                <a:prstGeom prst="rect">
                  <a:avLst/>
                </a:prstGeom>
                <a:blipFill>
                  <a:blip r:embed="rId6"/>
                  <a:stretch>
                    <a:fillRect b="-4545"/>
                  </a:stretch>
                </a:blipFill>
              </p:spPr>
              <p:txBody>
                <a:bodyPr/>
                <a:lstStyle/>
                <a:p>
                  <a:r>
                    <a:rPr lang="zh-CN" altLang="en-US">
                      <a:noFill/>
                    </a:rPr>
                    <a:t> </a:t>
                  </a:r>
                </a:p>
              </p:txBody>
            </p:sp>
          </mc:Fallback>
        </mc:AlternateContent>
        <p:cxnSp>
          <p:nvCxnSpPr>
            <p:cNvPr id="55" name="直接箭头连接符 54">
              <a:extLst>
                <a:ext uri="{FF2B5EF4-FFF2-40B4-BE49-F238E27FC236}">
                  <a16:creationId xmlns:a16="http://schemas.microsoft.com/office/drawing/2014/main" id="{2AC86271-1854-C6B3-68AB-A1EFC639E3BE}"/>
                </a:ext>
              </a:extLst>
            </p:cNvPr>
            <p:cNvCxnSpPr>
              <a:stCxn id="38" idx="6"/>
              <a:endCxn id="52" idx="2"/>
            </p:cNvCxnSpPr>
            <p:nvPr/>
          </p:nvCxnSpPr>
          <p:spPr bwMode="auto">
            <a:xfrm flipV="1">
              <a:off x="7677290" y="1863628"/>
              <a:ext cx="1219200" cy="24110"/>
            </a:xfrm>
            <a:prstGeom prst="straightConnector1">
              <a:avLst/>
            </a:prstGeom>
            <a:noFill/>
            <a:ln w="9525" cap="flat" cmpd="sng" algn="ctr">
              <a:solidFill>
                <a:schemeClr val="tx1"/>
              </a:solidFill>
              <a:prstDash val="solid"/>
              <a:round/>
              <a:headEnd type="none" w="med" len="med"/>
              <a:tailEnd type="triangle"/>
            </a:ln>
            <a:effectLst/>
          </p:spPr>
        </p:cxnSp>
        <p:cxnSp>
          <p:nvCxnSpPr>
            <p:cNvPr id="57" name="直接箭头连接符 56">
              <a:extLst>
                <a:ext uri="{FF2B5EF4-FFF2-40B4-BE49-F238E27FC236}">
                  <a16:creationId xmlns:a16="http://schemas.microsoft.com/office/drawing/2014/main" id="{E3B38EF2-3BCF-E8FB-79C7-9B85ACF6788B}"/>
                </a:ext>
              </a:extLst>
            </p:cNvPr>
            <p:cNvCxnSpPr>
              <a:stCxn id="46" idx="6"/>
              <a:endCxn id="52" idx="3"/>
            </p:cNvCxnSpPr>
            <p:nvPr/>
          </p:nvCxnSpPr>
          <p:spPr bwMode="auto">
            <a:xfrm flipV="1">
              <a:off x="7677290" y="1987406"/>
              <a:ext cx="1265325" cy="671465"/>
            </a:xfrm>
            <a:prstGeom prst="straightConnector1">
              <a:avLst/>
            </a:prstGeom>
            <a:noFill/>
            <a:ln w="9525" cap="flat" cmpd="sng" algn="ctr">
              <a:solidFill>
                <a:schemeClr val="tx1"/>
              </a:solidFill>
              <a:prstDash val="solid"/>
              <a:round/>
              <a:headEnd type="none" w="med" len="med"/>
              <a:tailEnd type="triangle"/>
            </a:ln>
            <a:effectLst/>
          </p:spPr>
        </p:cxnSp>
        <p:cxnSp>
          <p:nvCxnSpPr>
            <p:cNvPr id="60" name="直接箭头连接符 59">
              <a:extLst>
                <a:ext uri="{FF2B5EF4-FFF2-40B4-BE49-F238E27FC236}">
                  <a16:creationId xmlns:a16="http://schemas.microsoft.com/office/drawing/2014/main" id="{89485033-E3BB-42B3-1A3A-601E522F7AD2}"/>
                </a:ext>
              </a:extLst>
            </p:cNvPr>
            <p:cNvCxnSpPr>
              <a:stCxn id="49" idx="6"/>
              <a:endCxn id="52" idx="4"/>
            </p:cNvCxnSpPr>
            <p:nvPr/>
          </p:nvCxnSpPr>
          <p:spPr bwMode="auto">
            <a:xfrm flipV="1">
              <a:off x="7677290" y="2038677"/>
              <a:ext cx="1376680" cy="1392066"/>
            </a:xfrm>
            <a:prstGeom prst="straightConnector1">
              <a:avLst/>
            </a:prstGeom>
            <a:noFill/>
            <a:ln w="9525" cap="flat" cmpd="sng" algn="ctr">
              <a:solidFill>
                <a:schemeClr val="tx1"/>
              </a:solidFill>
              <a:prstDash val="solid"/>
              <a:round/>
              <a:headEnd type="none" w="med" len="med"/>
              <a:tailEnd type="triangle"/>
            </a:ln>
            <a:effectLst/>
          </p:spPr>
        </p:cxnSp>
        <p:sp>
          <p:nvSpPr>
            <p:cNvPr id="61" name="文本框 60">
              <a:extLst>
                <a:ext uri="{FF2B5EF4-FFF2-40B4-BE49-F238E27FC236}">
                  <a16:creationId xmlns:a16="http://schemas.microsoft.com/office/drawing/2014/main" id="{25E1B986-1F7D-D7B1-D86F-8C9A0FCF0B57}"/>
                </a:ext>
              </a:extLst>
            </p:cNvPr>
            <p:cNvSpPr txBox="1"/>
            <p:nvPr/>
          </p:nvSpPr>
          <p:spPr>
            <a:xfrm>
              <a:off x="7845780" y="1586748"/>
              <a:ext cx="652210" cy="369332"/>
            </a:xfrm>
            <a:prstGeom prst="rect">
              <a:avLst/>
            </a:prstGeom>
            <a:noFill/>
          </p:spPr>
          <p:txBody>
            <a:bodyPr wrap="square" rtlCol="0" anchor="ctr" anchorCtr="1">
              <a:spAutoFit/>
            </a:bodyPr>
            <a:lstStyle/>
            <a:p>
              <a:pPr>
                <a:buNone/>
              </a:pPr>
              <a:r>
                <a:rPr lang="en-US" altLang="zh-CN" dirty="0"/>
                <a:t>0.1</a:t>
              </a:r>
              <a:endParaRPr lang="zh-CN" altLang="en-US" dirty="0"/>
            </a:p>
          </p:txBody>
        </p:sp>
        <p:sp>
          <p:nvSpPr>
            <p:cNvPr id="62" name="文本框 61">
              <a:extLst>
                <a:ext uri="{FF2B5EF4-FFF2-40B4-BE49-F238E27FC236}">
                  <a16:creationId xmlns:a16="http://schemas.microsoft.com/office/drawing/2014/main" id="{2E8FE42B-F8AE-B671-E62F-00031B745F3E}"/>
                </a:ext>
              </a:extLst>
            </p:cNvPr>
            <p:cNvSpPr txBox="1"/>
            <p:nvPr/>
          </p:nvSpPr>
          <p:spPr>
            <a:xfrm>
              <a:off x="7845780" y="2053724"/>
              <a:ext cx="652210" cy="369332"/>
            </a:xfrm>
            <a:prstGeom prst="rect">
              <a:avLst/>
            </a:prstGeom>
            <a:noFill/>
          </p:spPr>
          <p:txBody>
            <a:bodyPr wrap="square" rtlCol="0" anchor="ctr" anchorCtr="1">
              <a:spAutoFit/>
            </a:bodyPr>
            <a:lstStyle/>
            <a:p>
              <a:pPr>
                <a:buNone/>
              </a:pPr>
              <a:r>
                <a:rPr lang="en-US" altLang="zh-CN" dirty="0"/>
                <a:t>0.3</a:t>
              </a:r>
              <a:endParaRPr lang="zh-CN" altLang="en-US" dirty="0"/>
            </a:p>
          </p:txBody>
        </p:sp>
        <p:sp>
          <p:nvSpPr>
            <p:cNvPr id="63" name="文本框 62">
              <a:extLst>
                <a:ext uri="{FF2B5EF4-FFF2-40B4-BE49-F238E27FC236}">
                  <a16:creationId xmlns:a16="http://schemas.microsoft.com/office/drawing/2014/main" id="{1BF21A49-CF98-A204-F28F-1DEBC9AB88F8}"/>
                </a:ext>
              </a:extLst>
            </p:cNvPr>
            <p:cNvSpPr txBox="1"/>
            <p:nvPr/>
          </p:nvSpPr>
          <p:spPr>
            <a:xfrm>
              <a:off x="7845780" y="2560308"/>
              <a:ext cx="652210" cy="369332"/>
            </a:xfrm>
            <a:prstGeom prst="rect">
              <a:avLst/>
            </a:prstGeom>
            <a:noFill/>
          </p:spPr>
          <p:txBody>
            <a:bodyPr wrap="square" rtlCol="0" anchor="ctr" anchorCtr="1">
              <a:spAutoFit/>
            </a:bodyPr>
            <a:lstStyle/>
            <a:p>
              <a:pPr>
                <a:buNone/>
              </a:pPr>
              <a:r>
                <a:rPr lang="en-US" altLang="zh-CN" dirty="0"/>
                <a:t>0.6</a:t>
              </a:r>
              <a:endParaRPr lang="zh-CN" altLang="en-US" dirty="0"/>
            </a:p>
          </p:txBody>
        </p:sp>
      </p:grpSp>
      <p:grpSp>
        <p:nvGrpSpPr>
          <p:cNvPr id="32" name="组合 31">
            <a:extLst>
              <a:ext uri="{FF2B5EF4-FFF2-40B4-BE49-F238E27FC236}">
                <a16:creationId xmlns:a16="http://schemas.microsoft.com/office/drawing/2014/main" id="{CB24EE26-3398-4E61-548E-F8107707CF59}"/>
              </a:ext>
            </a:extLst>
          </p:cNvPr>
          <p:cNvGrpSpPr/>
          <p:nvPr/>
        </p:nvGrpSpPr>
        <p:grpSpPr>
          <a:xfrm>
            <a:off x="2978680" y="1431224"/>
            <a:ext cx="1197470" cy="2286782"/>
            <a:chOff x="9452470" y="1345121"/>
            <a:chExt cx="1197470" cy="2286782"/>
          </a:xfrm>
        </p:grpSpPr>
        <p:grpSp>
          <p:nvGrpSpPr>
            <p:cNvPr id="75" name="组合 74">
              <a:extLst>
                <a:ext uri="{FF2B5EF4-FFF2-40B4-BE49-F238E27FC236}">
                  <a16:creationId xmlns:a16="http://schemas.microsoft.com/office/drawing/2014/main" id="{318C84D3-DC6F-B4A4-593F-0E9C53B3AB27}"/>
                </a:ext>
              </a:extLst>
            </p:cNvPr>
            <p:cNvGrpSpPr/>
            <p:nvPr/>
          </p:nvGrpSpPr>
          <p:grpSpPr>
            <a:xfrm>
              <a:off x="9452470" y="1345121"/>
              <a:ext cx="1197470" cy="743777"/>
              <a:chOff x="6939985" y="1469949"/>
              <a:chExt cx="1197470" cy="743777"/>
            </a:xfrm>
          </p:grpSpPr>
          <p:sp>
            <p:nvSpPr>
              <p:cNvPr id="82" name="流程图: 汇总连接 81">
                <a:extLst>
                  <a:ext uri="{FF2B5EF4-FFF2-40B4-BE49-F238E27FC236}">
                    <a16:creationId xmlns:a16="http://schemas.microsoft.com/office/drawing/2014/main" id="{BE89E935-3D61-AD61-36BC-8FE4BBD3DBD0}"/>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37A45F11-903C-5412-EE84-182C8281D355}"/>
                      </a:ext>
                    </a:extLst>
                  </p:cNvPr>
                  <p:cNvSpPr txBox="1"/>
                  <p:nvPr/>
                </p:nvSpPr>
                <p:spPr>
                  <a:xfrm>
                    <a:off x="6939985" y="1469949"/>
                    <a:ext cx="1197470" cy="403059"/>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1</m:t>
                              </m:r>
                            </m:sup>
                          </m:sSubSup>
                          <m:r>
                            <a:rPr lang="en-US" altLang="zh-CN" sz="2000" b="0" i="0" smtClean="0">
                              <a:latin typeface="Cambria Math" panose="02040503050406030204" pitchFamily="18" charset="0"/>
                            </a:rPr>
                            <m:t>=0.1</m:t>
                          </m:r>
                        </m:oMath>
                      </m:oMathPara>
                    </a14:m>
                    <a:endParaRPr lang="zh-CN" altLang="en-US" sz="2000" dirty="0"/>
                  </a:p>
                </p:txBody>
              </p:sp>
            </mc:Choice>
            <mc:Fallback xmlns="">
              <p:sp>
                <p:nvSpPr>
                  <p:cNvPr id="83" name="文本框 82">
                    <a:extLst>
                      <a:ext uri="{FF2B5EF4-FFF2-40B4-BE49-F238E27FC236}">
                        <a16:creationId xmlns:a16="http://schemas.microsoft.com/office/drawing/2014/main" id="{37A45F11-903C-5412-EE84-182C8281D355}"/>
                      </a:ext>
                    </a:extLst>
                  </p:cNvPr>
                  <p:cNvSpPr txBox="1">
                    <a:spLocks noRot="1" noChangeAspect="1" noMove="1" noResize="1" noEditPoints="1" noAdjustHandles="1" noChangeArrowheads="1" noChangeShapeType="1" noTextEdit="1"/>
                  </p:cNvSpPr>
                  <p:nvPr/>
                </p:nvSpPr>
                <p:spPr>
                  <a:xfrm>
                    <a:off x="6939985" y="1469949"/>
                    <a:ext cx="1197470" cy="403059"/>
                  </a:xfrm>
                  <a:prstGeom prst="rect">
                    <a:avLst/>
                  </a:prstGeom>
                  <a:blipFill>
                    <a:blip r:embed="rId7"/>
                    <a:stretch>
                      <a:fillRect b="-4545"/>
                    </a:stretch>
                  </a:blipFill>
                </p:spPr>
                <p:txBody>
                  <a:bodyPr/>
                  <a:lstStyle/>
                  <a:p>
                    <a:r>
                      <a:rPr lang="zh-CN" altLang="en-US">
                        <a:noFill/>
                      </a:rPr>
                      <a:t> </a:t>
                    </a:r>
                  </a:p>
                </p:txBody>
              </p:sp>
            </mc:Fallback>
          </mc:AlternateContent>
        </p:grpSp>
        <p:grpSp>
          <p:nvGrpSpPr>
            <p:cNvPr id="76" name="组合 75">
              <a:extLst>
                <a:ext uri="{FF2B5EF4-FFF2-40B4-BE49-F238E27FC236}">
                  <a16:creationId xmlns:a16="http://schemas.microsoft.com/office/drawing/2014/main" id="{D56E4DE5-958C-97A1-E138-E5DE07DDDA08}"/>
                </a:ext>
              </a:extLst>
            </p:cNvPr>
            <p:cNvGrpSpPr/>
            <p:nvPr/>
          </p:nvGrpSpPr>
          <p:grpSpPr>
            <a:xfrm>
              <a:off x="9452470" y="2097405"/>
              <a:ext cx="1197470" cy="762626"/>
              <a:chOff x="6939985" y="1451100"/>
              <a:chExt cx="1197470" cy="762626"/>
            </a:xfrm>
          </p:grpSpPr>
          <p:sp>
            <p:nvSpPr>
              <p:cNvPr id="80" name="流程图: 汇总连接 79">
                <a:extLst>
                  <a:ext uri="{FF2B5EF4-FFF2-40B4-BE49-F238E27FC236}">
                    <a16:creationId xmlns:a16="http://schemas.microsoft.com/office/drawing/2014/main" id="{CF0307AA-333C-1AAA-1EDF-B25EF625EB61}"/>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2E826B0B-80F1-8027-4C9C-E9C0F883D412}"/>
                      </a:ext>
                    </a:extLst>
                  </p:cNvPr>
                  <p:cNvSpPr txBox="1"/>
                  <p:nvPr/>
                </p:nvSpPr>
                <p:spPr>
                  <a:xfrm>
                    <a:off x="6939985" y="1451100"/>
                    <a:ext cx="1197470" cy="403700"/>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=0.4</m:t>
                          </m:r>
                        </m:oMath>
                      </m:oMathPara>
                    </a14:m>
                    <a:endParaRPr lang="zh-CN" altLang="en-US" sz="2000" dirty="0"/>
                  </a:p>
                </p:txBody>
              </p:sp>
            </mc:Choice>
            <mc:Fallback xmlns="">
              <p:sp>
                <p:nvSpPr>
                  <p:cNvPr id="81" name="文本框 80">
                    <a:extLst>
                      <a:ext uri="{FF2B5EF4-FFF2-40B4-BE49-F238E27FC236}">
                        <a16:creationId xmlns:a16="http://schemas.microsoft.com/office/drawing/2014/main" id="{2E826B0B-80F1-8027-4C9C-E9C0F883D412}"/>
                      </a:ext>
                    </a:extLst>
                  </p:cNvPr>
                  <p:cNvSpPr txBox="1">
                    <a:spLocks noRot="1" noChangeAspect="1" noMove="1" noResize="1" noEditPoints="1" noAdjustHandles="1" noChangeArrowheads="1" noChangeShapeType="1" noTextEdit="1"/>
                  </p:cNvSpPr>
                  <p:nvPr/>
                </p:nvSpPr>
                <p:spPr>
                  <a:xfrm>
                    <a:off x="6939985" y="1451100"/>
                    <a:ext cx="1197470" cy="403700"/>
                  </a:xfrm>
                  <a:prstGeom prst="rect">
                    <a:avLst/>
                  </a:prstGeom>
                  <a:blipFill>
                    <a:blip r:embed="rId8"/>
                    <a:stretch>
                      <a:fillRect b="-4545"/>
                    </a:stretch>
                  </a:blipFill>
                </p:spPr>
                <p:txBody>
                  <a:bodyPr/>
                  <a:lstStyle/>
                  <a:p>
                    <a:r>
                      <a:rPr lang="zh-CN" altLang="en-US">
                        <a:noFill/>
                      </a:rPr>
                      <a:t> </a:t>
                    </a:r>
                  </a:p>
                </p:txBody>
              </p:sp>
            </mc:Fallback>
          </mc:AlternateContent>
        </p:grpSp>
        <p:grpSp>
          <p:nvGrpSpPr>
            <p:cNvPr id="77" name="组合 76">
              <a:extLst>
                <a:ext uri="{FF2B5EF4-FFF2-40B4-BE49-F238E27FC236}">
                  <a16:creationId xmlns:a16="http://schemas.microsoft.com/office/drawing/2014/main" id="{94440AF7-7E1B-6650-A5A3-AE94008143A8}"/>
                </a:ext>
              </a:extLst>
            </p:cNvPr>
            <p:cNvGrpSpPr/>
            <p:nvPr/>
          </p:nvGrpSpPr>
          <p:grpSpPr>
            <a:xfrm>
              <a:off x="9452470" y="2911302"/>
              <a:ext cx="1197470" cy="720601"/>
              <a:chOff x="6939985" y="1493125"/>
              <a:chExt cx="1197470" cy="720601"/>
            </a:xfrm>
          </p:grpSpPr>
          <p:sp>
            <p:nvSpPr>
              <p:cNvPr id="78" name="流程图: 汇总连接 77">
                <a:extLst>
                  <a:ext uri="{FF2B5EF4-FFF2-40B4-BE49-F238E27FC236}">
                    <a16:creationId xmlns:a16="http://schemas.microsoft.com/office/drawing/2014/main" id="{2274FDD4-EBD7-420B-46B7-1DA91BC0E780}"/>
                  </a:ext>
                </a:extLst>
              </p:cNvPr>
              <p:cNvSpPr/>
              <p:nvPr/>
            </p:nvSpPr>
            <p:spPr>
              <a:xfrm>
                <a:off x="7538720" y="186362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5A9A168D-20A9-043A-0CD9-FB97A0498414}"/>
                      </a:ext>
                    </a:extLst>
                  </p:cNvPr>
                  <p:cNvSpPr txBox="1"/>
                  <p:nvPr/>
                </p:nvSpPr>
                <p:spPr>
                  <a:xfrm>
                    <a:off x="6939985" y="1493125"/>
                    <a:ext cx="1197470" cy="40517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3</m:t>
                              </m:r>
                            </m:sup>
                          </m:sSubSup>
                          <m:r>
                            <a:rPr lang="en-US" altLang="zh-CN" sz="2000" b="0" i="1" smtClean="0">
                              <a:latin typeface="Cambria Math" panose="02040503050406030204" pitchFamily="18" charset="0"/>
                            </a:rPr>
                            <m:t>=0.5</m:t>
                          </m:r>
                        </m:oMath>
                      </m:oMathPara>
                    </a14:m>
                    <a:endParaRPr lang="zh-CN" altLang="en-US" sz="2000" dirty="0"/>
                  </a:p>
                </p:txBody>
              </p:sp>
            </mc:Choice>
            <mc:Fallback xmlns="">
              <p:sp>
                <p:nvSpPr>
                  <p:cNvPr id="79" name="文本框 78">
                    <a:extLst>
                      <a:ext uri="{FF2B5EF4-FFF2-40B4-BE49-F238E27FC236}">
                        <a16:creationId xmlns:a16="http://schemas.microsoft.com/office/drawing/2014/main" id="{5A9A168D-20A9-043A-0CD9-FB97A0498414}"/>
                      </a:ext>
                    </a:extLst>
                  </p:cNvPr>
                  <p:cNvSpPr txBox="1">
                    <a:spLocks noRot="1" noChangeAspect="1" noMove="1" noResize="1" noEditPoints="1" noAdjustHandles="1" noChangeArrowheads="1" noChangeShapeType="1" noTextEdit="1"/>
                  </p:cNvSpPr>
                  <p:nvPr/>
                </p:nvSpPr>
                <p:spPr>
                  <a:xfrm>
                    <a:off x="6939985" y="1493125"/>
                    <a:ext cx="1197470" cy="405176"/>
                  </a:xfrm>
                  <a:prstGeom prst="rect">
                    <a:avLst/>
                  </a:prstGeom>
                  <a:blipFill>
                    <a:blip r:embed="rId9"/>
                    <a:stretch>
                      <a:fillRect b="-4545"/>
                    </a:stretch>
                  </a:blipFill>
                </p:spPr>
                <p:txBody>
                  <a:bodyPr/>
                  <a:lstStyle/>
                  <a:p>
                    <a:r>
                      <a:rPr lang="zh-CN" altLang="en-US">
                        <a:noFill/>
                      </a:rPr>
                      <a:t> </a:t>
                    </a:r>
                  </a:p>
                </p:txBody>
              </p:sp>
            </mc:Fallback>
          </mc:AlternateContent>
        </p:grpSp>
      </p:grpSp>
      <p:grpSp>
        <p:nvGrpSpPr>
          <p:cNvPr id="31" name="组合 30">
            <a:extLst>
              <a:ext uri="{FF2B5EF4-FFF2-40B4-BE49-F238E27FC236}">
                <a16:creationId xmlns:a16="http://schemas.microsoft.com/office/drawing/2014/main" id="{44FF36F9-0B0F-B27B-9B56-932E9DFC2DF2}"/>
              </a:ext>
            </a:extLst>
          </p:cNvPr>
          <p:cNvGrpSpPr/>
          <p:nvPr/>
        </p:nvGrpSpPr>
        <p:grpSpPr>
          <a:xfrm>
            <a:off x="3731037" y="1999952"/>
            <a:ext cx="1922770" cy="1750986"/>
            <a:chOff x="10362023" y="1784368"/>
            <a:chExt cx="1922770" cy="1750986"/>
          </a:xfrm>
        </p:grpSpPr>
        <p:sp>
          <p:nvSpPr>
            <p:cNvPr id="67" name="流程图: 汇总连接 66">
              <a:extLst>
                <a:ext uri="{FF2B5EF4-FFF2-40B4-BE49-F238E27FC236}">
                  <a16:creationId xmlns:a16="http://schemas.microsoft.com/office/drawing/2014/main" id="{924D1BF3-3FF2-F7FB-D998-84C235C5995B}"/>
                </a:ext>
              </a:extLst>
            </p:cNvPr>
            <p:cNvSpPr/>
            <p:nvPr/>
          </p:nvSpPr>
          <p:spPr>
            <a:xfrm>
              <a:off x="11651001" y="311531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3CF91269-EBEB-D7A6-06F4-F33DDCFE3A03}"/>
                    </a:ext>
                  </a:extLst>
                </p:cNvPr>
                <p:cNvSpPr txBox="1"/>
                <p:nvPr/>
              </p:nvSpPr>
              <p:spPr>
                <a:xfrm>
                  <a:off x="11087323" y="2280966"/>
                  <a:ext cx="1197470" cy="404213"/>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2</m:t>
                            </m:r>
                          </m:sup>
                        </m:sSubSup>
                        <m:r>
                          <a:rPr lang="en-US" altLang="zh-CN" sz="2000" b="0" i="0" smtClean="0">
                            <a:latin typeface="Cambria Math" panose="02040503050406030204" pitchFamily="18" charset="0"/>
                          </a:rPr>
                          <m:t>=0.8</m:t>
                        </m:r>
                      </m:oMath>
                    </m:oMathPara>
                  </a14:m>
                  <a:endParaRPr lang="zh-CN" altLang="en-US" sz="2000" dirty="0"/>
                </a:p>
              </p:txBody>
            </p:sp>
          </mc:Choice>
          <mc:Fallback xmlns="">
            <p:sp>
              <p:nvSpPr>
                <p:cNvPr id="68" name="文本框 67">
                  <a:extLst>
                    <a:ext uri="{FF2B5EF4-FFF2-40B4-BE49-F238E27FC236}">
                      <a16:creationId xmlns:a16="http://schemas.microsoft.com/office/drawing/2014/main" id="{3CF91269-EBEB-D7A6-06F4-F33DDCFE3A03}"/>
                    </a:ext>
                  </a:extLst>
                </p:cNvPr>
                <p:cNvSpPr txBox="1">
                  <a:spLocks noRot="1" noChangeAspect="1" noMove="1" noResize="1" noEditPoints="1" noAdjustHandles="1" noChangeArrowheads="1" noChangeShapeType="1" noTextEdit="1"/>
                </p:cNvSpPr>
                <p:nvPr/>
              </p:nvSpPr>
              <p:spPr>
                <a:xfrm>
                  <a:off x="11087323" y="2280966"/>
                  <a:ext cx="1197470" cy="404213"/>
                </a:xfrm>
                <a:prstGeom prst="rect">
                  <a:avLst/>
                </a:prstGeom>
                <a:blipFill>
                  <a:blip r:embed="rId10"/>
                  <a:stretch>
                    <a:fillRect b="-4545"/>
                  </a:stretch>
                </a:blipFill>
              </p:spPr>
              <p:txBody>
                <a:bodyPr/>
                <a:lstStyle/>
                <a:p>
                  <a:r>
                    <a:rPr lang="zh-CN" altLang="en-US">
                      <a:noFill/>
                    </a:rPr>
                    <a:t> </a:t>
                  </a:r>
                </a:p>
              </p:txBody>
            </p:sp>
          </mc:Fallback>
        </mc:AlternateContent>
        <p:cxnSp>
          <p:nvCxnSpPr>
            <p:cNvPr id="69" name="直接箭头连接符 68">
              <a:extLst>
                <a:ext uri="{FF2B5EF4-FFF2-40B4-BE49-F238E27FC236}">
                  <a16:creationId xmlns:a16="http://schemas.microsoft.com/office/drawing/2014/main" id="{136411CA-9860-B5F0-D116-CEE287241B2D}"/>
                </a:ext>
              </a:extLst>
            </p:cNvPr>
            <p:cNvCxnSpPr>
              <a:cxnSpLocks/>
              <a:stCxn id="82" idx="6"/>
              <a:endCxn id="67" idx="2"/>
            </p:cNvCxnSpPr>
            <p:nvPr/>
          </p:nvCxnSpPr>
          <p:spPr bwMode="auto">
            <a:xfrm>
              <a:off x="10523361" y="1784368"/>
              <a:ext cx="1127640" cy="1505999"/>
            </a:xfrm>
            <a:prstGeom prst="straightConnector1">
              <a:avLst/>
            </a:prstGeom>
            <a:noFill/>
            <a:ln w="9525" cap="flat" cmpd="sng" algn="ctr">
              <a:solidFill>
                <a:schemeClr val="tx1"/>
              </a:solidFill>
              <a:prstDash val="solid"/>
              <a:round/>
              <a:headEnd type="none" w="med" len="med"/>
              <a:tailEnd type="triangle"/>
            </a:ln>
            <a:effectLst/>
          </p:spPr>
        </p:cxnSp>
        <p:cxnSp>
          <p:nvCxnSpPr>
            <p:cNvPr id="70" name="直接箭头连接符 69">
              <a:extLst>
                <a:ext uri="{FF2B5EF4-FFF2-40B4-BE49-F238E27FC236}">
                  <a16:creationId xmlns:a16="http://schemas.microsoft.com/office/drawing/2014/main" id="{5157163D-5E0D-4B85-9FC3-B06319657F2C}"/>
                </a:ext>
              </a:extLst>
            </p:cNvPr>
            <p:cNvCxnSpPr>
              <a:cxnSpLocks/>
              <a:stCxn id="80" idx="6"/>
              <a:endCxn id="67" idx="3"/>
            </p:cNvCxnSpPr>
            <p:nvPr/>
          </p:nvCxnSpPr>
          <p:spPr bwMode="auto">
            <a:xfrm>
              <a:off x="10523361" y="2555501"/>
              <a:ext cx="1173765" cy="858644"/>
            </a:xfrm>
            <a:prstGeom prst="straightConnector1">
              <a:avLst/>
            </a:prstGeom>
            <a:noFill/>
            <a:ln w="9525" cap="flat" cmpd="sng" algn="ctr">
              <a:solidFill>
                <a:schemeClr val="tx1"/>
              </a:solidFill>
              <a:prstDash val="solid"/>
              <a:round/>
              <a:headEnd type="none" w="med" len="med"/>
              <a:tailEnd type="triangle"/>
            </a:ln>
            <a:effectLst/>
          </p:spPr>
        </p:cxnSp>
        <p:cxnSp>
          <p:nvCxnSpPr>
            <p:cNvPr id="71" name="直接箭头连接符 70">
              <a:extLst>
                <a:ext uri="{FF2B5EF4-FFF2-40B4-BE49-F238E27FC236}">
                  <a16:creationId xmlns:a16="http://schemas.microsoft.com/office/drawing/2014/main" id="{633DB34A-6CAD-B393-9B60-206C21389147}"/>
                </a:ext>
              </a:extLst>
            </p:cNvPr>
            <p:cNvCxnSpPr>
              <a:cxnSpLocks/>
              <a:stCxn id="78" idx="4"/>
              <a:endCxn id="67" idx="4"/>
            </p:cNvCxnSpPr>
            <p:nvPr/>
          </p:nvCxnSpPr>
          <p:spPr bwMode="auto">
            <a:xfrm flipV="1">
              <a:off x="10365881" y="3465416"/>
              <a:ext cx="1442600" cy="37006"/>
            </a:xfrm>
            <a:prstGeom prst="straightConnector1">
              <a:avLst/>
            </a:prstGeom>
            <a:noFill/>
            <a:ln w="9525" cap="flat" cmpd="sng" algn="ctr">
              <a:solidFill>
                <a:schemeClr val="tx1"/>
              </a:solidFill>
              <a:prstDash val="solid"/>
              <a:round/>
              <a:headEnd type="none" w="med" len="med"/>
              <a:tailEnd type="triangle"/>
            </a:ln>
            <a:effectLst/>
          </p:spPr>
        </p:cxnSp>
        <p:sp>
          <p:nvSpPr>
            <p:cNvPr id="72" name="文本框 71">
              <a:extLst>
                <a:ext uri="{FF2B5EF4-FFF2-40B4-BE49-F238E27FC236}">
                  <a16:creationId xmlns:a16="http://schemas.microsoft.com/office/drawing/2014/main" id="{797507AC-B012-CC24-F2E8-790AEDFBC174}"/>
                </a:ext>
              </a:extLst>
            </p:cNvPr>
            <p:cNvSpPr txBox="1"/>
            <p:nvPr/>
          </p:nvSpPr>
          <p:spPr>
            <a:xfrm>
              <a:off x="10749901" y="1946581"/>
              <a:ext cx="652210" cy="369332"/>
            </a:xfrm>
            <a:prstGeom prst="rect">
              <a:avLst/>
            </a:prstGeom>
            <a:noFill/>
          </p:spPr>
          <p:txBody>
            <a:bodyPr wrap="square" rtlCol="0" anchor="ctr" anchorCtr="1">
              <a:spAutoFit/>
            </a:bodyPr>
            <a:lstStyle/>
            <a:p>
              <a:pPr>
                <a:buNone/>
              </a:pPr>
              <a:r>
                <a:rPr lang="en-US" altLang="zh-CN" dirty="0"/>
                <a:t>0.9</a:t>
              </a:r>
              <a:endParaRPr lang="zh-CN" altLang="en-US" dirty="0"/>
            </a:p>
          </p:txBody>
        </p:sp>
        <p:sp>
          <p:nvSpPr>
            <p:cNvPr id="73" name="文本框 72">
              <a:extLst>
                <a:ext uri="{FF2B5EF4-FFF2-40B4-BE49-F238E27FC236}">
                  <a16:creationId xmlns:a16="http://schemas.microsoft.com/office/drawing/2014/main" id="{168B08A4-8A3B-7E7E-FC58-A78E83234FBA}"/>
                </a:ext>
              </a:extLst>
            </p:cNvPr>
            <p:cNvSpPr txBox="1"/>
            <p:nvPr/>
          </p:nvSpPr>
          <p:spPr>
            <a:xfrm>
              <a:off x="10559335" y="2437548"/>
              <a:ext cx="652210" cy="369332"/>
            </a:xfrm>
            <a:prstGeom prst="rect">
              <a:avLst/>
            </a:prstGeom>
            <a:noFill/>
          </p:spPr>
          <p:txBody>
            <a:bodyPr wrap="square" rtlCol="0" anchor="ctr" anchorCtr="1">
              <a:spAutoFit/>
            </a:bodyPr>
            <a:lstStyle/>
            <a:p>
              <a:pPr>
                <a:buNone/>
              </a:pPr>
              <a:r>
                <a:rPr lang="en-US" altLang="zh-CN" dirty="0"/>
                <a:t>0.7</a:t>
              </a:r>
              <a:endParaRPr lang="zh-CN" altLang="en-US" dirty="0"/>
            </a:p>
          </p:txBody>
        </p:sp>
        <p:sp>
          <p:nvSpPr>
            <p:cNvPr id="74" name="文本框 73">
              <a:extLst>
                <a:ext uri="{FF2B5EF4-FFF2-40B4-BE49-F238E27FC236}">
                  <a16:creationId xmlns:a16="http://schemas.microsoft.com/office/drawing/2014/main" id="{79198D42-11DA-7E60-CD66-3DC88ED3ED67}"/>
                </a:ext>
              </a:extLst>
            </p:cNvPr>
            <p:cNvSpPr txBox="1"/>
            <p:nvPr/>
          </p:nvSpPr>
          <p:spPr>
            <a:xfrm>
              <a:off x="10362023" y="3166022"/>
              <a:ext cx="652210" cy="369332"/>
            </a:xfrm>
            <a:prstGeom prst="rect">
              <a:avLst/>
            </a:prstGeom>
            <a:noFill/>
          </p:spPr>
          <p:txBody>
            <a:bodyPr wrap="square" rtlCol="0" anchor="ctr" anchorCtr="1">
              <a:spAutoFit/>
            </a:bodyPr>
            <a:lstStyle/>
            <a:p>
              <a:pPr>
                <a:buNone/>
              </a:pPr>
              <a:r>
                <a:rPr lang="en-US" altLang="zh-CN" dirty="0"/>
                <a:t>0.4</a:t>
              </a:r>
              <a:endParaRPr lang="zh-CN" altLang="en-US" dirty="0"/>
            </a:p>
          </p:txBody>
        </p:sp>
      </p:grpSp>
      <p:sp>
        <p:nvSpPr>
          <p:cNvPr id="87" name="箭头: 右 86">
            <a:extLst>
              <a:ext uri="{FF2B5EF4-FFF2-40B4-BE49-F238E27FC236}">
                <a16:creationId xmlns:a16="http://schemas.microsoft.com/office/drawing/2014/main" id="{E0A9A220-CCBE-26A6-7393-D500456E6856}"/>
              </a:ext>
            </a:extLst>
          </p:cNvPr>
          <p:cNvSpPr/>
          <p:nvPr/>
        </p:nvSpPr>
        <p:spPr>
          <a:xfrm rot="5400000">
            <a:off x="2782548" y="3792204"/>
            <a:ext cx="429933" cy="452855"/>
          </a:xfrm>
          <a:prstGeom prst="rightArrow">
            <a:avLst/>
          </a:prstGeom>
          <a:ln>
            <a:solidFill>
              <a:schemeClr val="tx1"/>
            </a:solidFill>
          </a:ln>
        </p:spPr>
        <p:txBody>
          <a:bodyPr wrap="square" rtlCol="0" anchor="ctr">
            <a:noAutofit/>
          </a:bodyPr>
          <a:lstStyle/>
          <a:p>
            <a:pPr algn="ctr">
              <a:buNone/>
            </a:pPr>
            <a:endParaRPr lang="zh-CN" altLang="en-US" dirty="0" err="1"/>
          </a:p>
        </p:txBody>
      </p:sp>
      <mc:AlternateContent xmlns:mc="http://schemas.openxmlformats.org/markup-compatibility/2006" xmlns:a14="http://schemas.microsoft.com/office/drawing/2010/main">
        <mc:Choice Requires="a14">
          <p:graphicFrame>
            <p:nvGraphicFramePr>
              <p:cNvPr id="88" name="表格 87">
                <a:extLst>
                  <a:ext uri="{FF2B5EF4-FFF2-40B4-BE49-F238E27FC236}">
                    <a16:creationId xmlns:a16="http://schemas.microsoft.com/office/drawing/2014/main" id="{9925CF19-540D-5F80-E814-75CACB55AEF5}"/>
                  </a:ext>
                </a:extLst>
              </p:cNvPr>
              <p:cNvGraphicFramePr>
                <a:graphicFrameLocks noGrp="1"/>
              </p:cNvGraphicFramePr>
              <p:nvPr/>
            </p:nvGraphicFramePr>
            <p:xfrm>
              <a:off x="1043905" y="4269680"/>
              <a:ext cx="4107435" cy="1477011"/>
            </p:xfrm>
            <a:graphic>
              <a:graphicData uri="http://schemas.openxmlformats.org/drawingml/2006/table">
                <a:tbl>
                  <a:tblPr firstRow="1" bandRow="1">
                    <a:tableStyleId>{5C22544A-7EE6-4342-B048-85BDC9FD1C3A}</a:tableStyleId>
                  </a:tblPr>
                  <a:tblGrid>
                    <a:gridCol w="1369145">
                      <a:extLst>
                        <a:ext uri="{9D8B030D-6E8A-4147-A177-3AD203B41FA5}">
                          <a16:colId xmlns:a16="http://schemas.microsoft.com/office/drawing/2014/main" val="3428415681"/>
                        </a:ext>
                      </a:extLst>
                    </a:gridCol>
                    <a:gridCol w="1369145">
                      <a:extLst>
                        <a:ext uri="{9D8B030D-6E8A-4147-A177-3AD203B41FA5}">
                          <a16:colId xmlns:a16="http://schemas.microsoft.com/office/drawing/2014/main" val="505000614"/>
                        </a:ext>
                      </a:extLst>
                    </a:gridCol>
                    <a:gridCol w="1369145">
                      <a:extLst>
                        <a:ext uri="{9D8B030D-6E8A-4147-A177-3AD203B41FA5}">
                          <a16:colId xmlns:a16="http://schemas.microsoft.com/office/drawing/2014/main" val="4185540748"/>
                        </a:ext>
                      </a:extLst>
                    </a:gridCol>
                  </a:tblGrid>
                  <a:tr h="340046">
                    <a:tc>
                      <a:txBody>
                        <a:bodyPr/>
                        <a:lstStyle/>
                        <a:p>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2</m:t>
                                    </m:r>
                                  </m:sub>
                                  <m:sup>
                                    <m:r>
                                      <a:rPr lang="en-US" altLang="zh-CN" sz="1800" b="0" i="1" smtClean="0">
                                        <a:ln>
                                          <a:noFill/>
                                        </a:ln>
                                        <a:solidFill>
                                          <a:schemeClr val="tx1"/>
                                        </a:solidFill>
                                        <a:latin typeface="Cambria Math" panose="02040503050406030204" pitchFamily="18" charset="0"/>
                                      </a:rPr>
                                      <m:t>1</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2</m:t>
                                    </m:r>
                                  </m:sub>
                                  <m:sup>
                                    <m:r>
                                      <a:rPr lang="en-US" altLang="zh-CN" sz="1800" b="0" i="1" smtClean="0">
                                        <a:ln>
                                          <a:noFill/>
                                        </a:ln>
                                        <a:solidFill>
                                          <a:schemeClr val="tx1"/>
                                        </a:solidFill>
                                        <a:latin typeface="Cambria Math" panose="02040503050406030204" pitchFamily="18" charset="0"/>
                                      </a:rPr>
                                      <m:t>2</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2709399"/>
                      </a:ext>
                    </a:extLst>
                  </a:tr>
                  <a:tr h="339053">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1</m:t>
                                    </m:r>
                                  </m:sub>
                                  <m:sup>
                                    <m:r>
                                      <a:rPr lang="en-US" altLang="zh-CN" sz="1800" b="0" i="1" smtClean="0">
                                        <a:ln>
                                          <a:noFill/>
                                        </a:ln>
                                        <a:solidFill>
                                          <a:schemeClr val="tx1"/>
                                        </a:solidFill>
                                        <a:latin typeface="Cambria Math" panose="02040503050406030204" pitchFamily="18" charset="0"/>
                                      </a:rPr>
                                      <m:t>1</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0.002</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0.072</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0348017"/>
                      </a:ext>
                    </a:extLst>
                  </a:tr>
                  <a:tr h="339579">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1</m:t>
                                    </m:r>
                                  </m:sub>
                                  <m:sup>
                                    <m:r>
                                      <a:rPr lang="en-US" altLang="zh-CN" sz="1800" b="0" i="1" smtClean="0">
                                        <a:ln>
                                          <a:noFill/>
                                        </a:ln>
                                        <a:solidFill>
                                          <a:schemeClr val="tx1"/>
                                        </a:solidFill>
                                        <a:latin typeface="Cambria Math" panose="02040503050406030204" pitchFamily="18" charset="0"/>
                                      </a:rPr>
                                      <m:t>2</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0.024</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highlight>
                                <a:srgbClr val="FF0000"/>
                              </a:highlight>
                            </a:rPr>
                            <a:t>0.224</a:t>
                          </a:r>
                          <a:endParaRPr lang="zh-CN" altLang="en-US" dirty="0">
                            <a:ln>
                              <a:noFill/>
                            </a:ln>
                            <a:solidFill>
                              <a:schemeClr val="tx1"/>
                            </a:solidFill>
                            <a:highlight>
                              <a:srgbClr val="FF00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857481"/>
                      </a:ext>
                    </a:extLst>
                  </a:tr>
                  <a:tr h="340807">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n>
                                          <a:noFill/>
                                        </a:ln>
                                        <a:solidFill>
                                          <a:schemeClr val="tx1"/>
                                        </a:solidFill>
                                        <a:latin typeface="Cambria Math" panose="02040503050406030204" pitchFamily="18" charset="0"/>
                                      </a:rPr>
                                    </m:ctrlPr>
                                  </m:sSubSupPr>
                                  <m:e>
                                    <m:r>
                                      <a:rPr lang="en-US" altLang="zh-CN" sz="1800" b="0" i="1" smtClean="0">
                                        <a:ln>
                                          <a:noFill/>
                                        </a:ln>
                                        <a:solidFill>
                                          <a:schemeClr val="tx1"/>
                                        </a:solidFill>
                                        <a:latin typeface="Cambria Math" panose="02040503050406030204" pitchFamily="18" charset="0"/>
                                      </a:rPr>
                                      <m:t>𝑐</m:t>
                                    </m:r>
                                  </m:e>
                                  <m:sub>
                                    <m:r>
                                      <a:rPr lang="en-US" altLang="zh-CN" sz="1800" b="0" i="1" smtClean="0">
                                        <a:ln>
                                          <a:noFill/>
                                        </a:ln>
                                        <a:solidFill>
                                          <a:schemeClr val="tx1"/>
                                        </a:solidFill>
                                        <a:latin typeface="Cambria Math" panose="02040503050406030204" pitchFamily="18" charset="0"/>
                                      </a:rPr>
                                      <m:t>1</m:t>
                                    </m:r>
                                  </m:sub>
                                  <m:sup>
                                    <m:r>
                                      <a:rPr lang="en-US" altLang="zh-CN" sz="1800" b="0" i="1" smtClean="0">
                                        <a:ln>
                                          <a:noFill/>
                                        </a:ln>
                                        <a:solidFill>
                                          <a:schemeClr val="tx1"/>
                                        </a:solidFill>
                                        <a:latin typeface="Cambria Math" panose="02040503050406030204" pitchFamily="18" charset="0"/>
                                      </a:rPr>
                                      <m:t>3</m:t>
                                    </m:r>
                                  </m:sup>
                                </m:sSubSup>
                              </m:oMath>
                            </m:oMathPara>
                          </a14:m>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highlight>
                                <a:srgbClr val="FF0000"/>
                              </a:highlight>
                            </a:rPr>
                            <a:t>0.060</a:t>
                          </a:r>
                          <a:endParaRPr lang="zh-CN" altLang="en-US" dirty="0">
                            <a:ln>
                              <a:noFill/>
                            </a:ln>
                            <a:solidFill>
                              <a:schemeClr val="tx1"/>
                            </a:solidFill>
                            <a:highlight>
                              <a:srgbClr val="FF00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0.160</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8665571"/>
                      </a:ext>
                    </a:extLst>
                  </a:tr>
                </a:tbl>
              </a:graphicData>
            </a:graphic>
          </p:graphicFrame>
        </mc:Choice>
        <mc:Fallback xmlns="">
          <p:graphicFrame>
            <p:nvGraphicFramePr>
              <p:cNvPr id="88" name="表格 87">
                <a:extLst>
                  <a:ext uri="{FF2B5EF4-FFF2-40B4-BE49-F238E27FC236}">
                    <a16:creationId xmlns:a16="http://schemas.microsoft.com/office/drawing/2014/main" id="{9925CF19-540D-5F80-E814-75CACB55AEF5}"/>
                  </a:ext>
                </a:extLst>
              </p:cNvPr>
              <p:cNvGraphicFramePr>
                <a:graphicFrameLocks noGrp="1"/>
              </p:cNvGraphicFramePr>
              <p:nvPr/>
            </p:nvGraphicFramePr>
            <p:xfrm>
              <a:off x="1043905" y="4269680"/>
              <a:ext cx="4107435" cy="1477011"/>
            </p:xfrm>
            <a:graphic>
              <a:graphicData uri="http://schemas.openxmlformats.org/drawingml/2006/table">
                <a:tbl>
                  <a:tblPr firstRow="1" bandRow="1">
                    <a:tableStyleId>{5C22544A-7EE6-4342-B048-85BDC9FD1C3A}</a:tableStyleId>
                  </a:tblPr>
                  <a:tblGrid>
                    <a:gridCol w="1369145">
                      <a:extLst>
                        <a:ext uri="{9D8B030D-6E8A-4147-A177-3AD203B41FA5}">
                          <a16:colId xmlns:a16="http://schemas.microsoft.com/office/drawing/2014/main" val="3428415681"/>
                        </a:ext>
                      </a:extLst>
                    </a:gridCol>
                    <a:gridCol w="1369145">
                      <a:extLst>
                        <a:ext uri="{9D8B030D-6E8A-4147-A177-3AD203B41FA5}">
                          <a16:colId xmlns:a16="http://schemas.microsoft.com/office/drawing/2014/main" val="505000614"/>
                        </a:ext>
                      </a:extLst>
                    </a:gridCol>
                    <a:gridCol w="1369145">
                      <a:extLst>
                        <a:ext uri="{9D8B030D-6E8A-4147-A177-3AD203B41FA5}">
                          <a16:colId xmlns:a16="http://schemas.microsoft.com/office/drawing/2014/main" val="4185540748"/>
                        </a:ext>
                      </a:extLst>
                    </a:gridCol>
                  </a:tblGrid>
                  <a:tr h="369443">
                    <a:tc>
                      <a:txBody>
                        <a:bodyPr/>
                        <a:lstStyle/>
                        <a:p>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00444" t="-1639" r="-100889" b="-322951"/>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00444" t="-1639" r="-889" b="-322951"/>
                          </a:stretch>
                        </a:blipFill>
                      </a:tcPr>
                    </a:tc>
                    <a:extLst>
                      <a:ext uri="{0D108BD9-81ED-4DB2-BD59-A6C34878D82A}">
                        <a16:rowId xmlns:a16="http://schemas.microsoft.com/office/drawing/2014/main" val="3382709399"/>
                      </a:ext>
                    </a:extLst>
                  </a:tr>
                  <a:tr h="368364">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444" t="-103333" r="-200889" b="-228333"/>
                          </a:stretch>
                        </a:blipFill>
                      </a:tcPr>
                    </a:tc>
                    <a:tc>
                      <a:txBody>
                        <a:bodyPr/>
                        <a:lstStyle/>
                        <a:p>
                          <a:pPr algn="ctr"/>
                          <a:r>
                            <a:rPr lang="en-US" altLang="zh-CN" dirty="0">
                              <a:ln>
                                <a:noFill/>
                              </a:ln>
                              <a:solidFill>
                                <a:schemeClr val="tx1"/>
                              </a:solidFill>
                            </a:rPr>
                            <a:t>0.002</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0.072</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0348017"/>
                      </a:ext>
                    </a:extLst>
                  </a:tr>
                  <a:tr h="368935">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444" t="-200000" r="-200889" b="-124590"/>
                          </a:stretch>
                        </a:blipFill>
                      </a:tcPr>
                    </a:tc>
                    <a:tc>
                      <a:txBody>
                        <a:bodyPr/>
                        <a:lstStyle/>
                        <a:p>
                          <a:pPr algn="ctr"/>
                          <a:r>
                            <a:rPr lang="en-US" altLang="zh-CN" dirty="0">
                              <a:ln>
                                <a:noFill/>
                              </a:ln>
                              <a:solidFill>
                                <a:schemeClr val="tx1"/>
                              </a:solidFill>
                            </a:rPr>
                            <a:t>0.024</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highlight>
                                <a:srgbClr val="FF0000"/>
                              </a:highlight>
                            </a:rPr>
                            <a:t>0.224</a:t>
                          </a:r>
                          <a:endParaRPr lang="zh-CN" altLang="en-US" dirty="0">
                            <a:ln>
                              <a:noFill/>
                            </a:ln>
                            <a:solidFill>
                              <a:schemeClr val="tx1"/>
                            </a:solidFill>
                            <a:highlight>
                              <a:srgbClr val="FF00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857481"/>
                      </a:ext>
                    </a:extLst>
                  </a:tr>
                  <a:tr h="370269">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444" t="-300000" r="-200889" b="-24590"/>
                          </a:stretch>
                        </a:blipFill>
                      </a:tcPr>
                    </a:tc>
                    <a:tc>
                      <a:txBody>
                        <a:bodyPr/>
                        <a:lstStyle/>
                        <a:p>
                          <a:pPr algn="ctr"/>
                          <a:r>
                            <a:rPr lang="en-US" altLang="zh-CN" dirty="0">
                              <a:ln>
                                <a:noFill/>
                              </a:ln>
                              <a:solidFill>
                                <a:schemeClr val="tx1"/>
                              </a:solidFill>
                              <a:highlight>
                                <a:srgbClr val="FF0000"/>
                              </a:highlight>
                            </a:rPr>
                            <a:t>0.060</a:t>
                          </a:r>
                          <a:endParaRPr lang="zh-CN" altLang="en-US" dirty="0">
                            <a:ln>
                              <a:noFill/>
                            </a:ln>
                            <a:solidFill>
                              <a:schemeClr val="tx1"/>
                            </a:solidFill>
                            <a:highlight>
                              <a:srgbClr val="FF00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ln>
                                <a:noFill/>
                              </a:ln>
                              <a:solidFill>
                                <a:schemeClr val="tx1"/>
                              </a:solidFill>
                            </a:rPr>
                            <a:t>0.160</a:t>
                          </a:r>
                          <a:endParaRPr lang="zh-CN" altLang="en-US" dirty="0">
                            <a:ln>
                              <a:no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8665571"/>
                      </a:ext>
                    </a:extLst>
                  </a:tr>
                </a:tbl>
              </a:graphicData>
            </a:graphic>
          </p:graphicFrame>
        </mc:Fallback>
      </mc:AlternateContent>
      <p:sp>
        <p:nvSpPr>
          <p:cNvPr id="89" name="矩形 88">
            <a:extLst>
              <a:ext uri="{FF2B5EF4-FFF2-40B4-BE49-F238E27FC236}">
                <a16:creationId xmlns:a16="http://schemas.microsoft.com/office/drawing/2014/main" id="{6873FBE4-4872-0C7E-B854-FFB00ACAEE23}"/>
              </a:ext>
            </a:extLst>
          </p:cNvPr>
          <p:cNvSpPr/>
          <p:nvPr/>
        </p:nvSpPr>
        <p:spPr>
          <a:xfrm>
            <a:off x="289805" y="1395733"/>
            <a:ext cx="2688875" cy="2366770"/>
          </a:xfrm>
          <a:prstGeom prst="rect">
            <a:avLst/>
          </a:prstGeom>
          <a:ln>
            <a:solidFill>
              <a:schemeClr val="tx1"/>
            </a:solidFill>
          </a:ln>
        </p:spPr>
        <p:txBody>
          <a:bodyPr wrap="square" rtlCol="0" anchor="ctr">
            <a:noAutofit/>
          </a:bodyPr>
          <a:lstStyle/>
          <a:p>
            <a:pPr algn="ctr">
              <a:buNone/>
            </a:pPr>
            <a:endParaRPr lang="zh-CN" altLang="en-US" dirty="0" err="1"/>
          </a:p>
        </p:txBody>
      </p:sp>
      <p:sp>
        <p:nvSpPr>
          <p:cNvPr id="90" name="矩形 89">
            <a:extLst>
              <a:ext uri="{FF2B5EF4-FFF2-40B4-BE49-F238E27FC236}">
                <a16:creationId xmlns:a16="http://schemas.microsoft.com/office/drawing/2014/main" id="{9F7C190B-3B1C-1377-1B10-C1BD329DFEE9}"/>
              </a:ext>
            </a:extLst>
          </p:cNvPr>
          <p:cNvSpPr/>
          <p:nvPr/>
        </p:nvSpPr>
        <p:spPr>
          <a:xfrm>
            <a:off x="3045583" y="1394953"/>
            <a:ext cx="2591347" cy="2366770"/>
          </a:xfrm>
          <a:prstGeom prst="rect">
            <a:avLst/>
          </a:prstGeom>
          <a:ln>
            <a:solidFill>
              <a:schemeClr val="tx1"/>
            </a:solidFill>
          </a:ln>
        </p:spPr>
        <p:txBody>
          <a:bodyPr wrap="square" rtlCol="0" anchor="ctr">
            <a:noAutofit/>
          </a:bodyPr>
          <a:lstStyle/>
          <a:p>
            <a:pPr algn="ctr">
              <a:buNone/>
            </a:pPr>
            <a:endParaRPr lang="zh-CN" altLang="en-US" dirty="0" err="1"/>
          </a:p>
        </p:txBody>
      </p:sp>
      <p:grpSp>
        <p:nvGrpSpPr>
          <p:cNvPr id="33" name="组合 32">
            <a:extLst>
              <a:ext uri="{FF2B5EF4-FFF2-40B4-BE49-F238E27FC236}">
                <a16:creationId xmlns:a16="http://schemas.microsoft.com/office/drawing/2014/main" id="{37FE52DA-EFAE-A53E-0CC9-D0CB333642E1}"/>
              </a:ext>
            </a:extLst>
          </p:cNvPr>
          <p:cNvGrpSpPr/>
          <p:nvPr/>
        </p:nvGrpSpPr>
        <p:grpSpPr>
          <a:xfrm>
            <a:off x="1191074" y="5759732"/>
            <a:ext cx="4244526" cy="844026"/>
            <a:chOff x="7664864" y="5673629"/>
            <a:chExt cx="4244526" cy="844026"/>
          </a:xfrm>
        </p:grpSpPr>
        <p:sp>
          <p:nvSpPr>
            <p:cNvPr id="95" name="流程图: 汇总连接 94">
              <a:extLst>
                <a:ext uri="{FF2B5EF4-FFF2-40B4-BE49-F238E27FC236}">
                  <a16:creationId xmlns:a16="http://schemas.microsoft.com/office/drawing/2014/main" id="{A8D6FDC4-7AC0-A9CF-9BCF-9FC42127873B}"/>
                </a:ext>
              </a:extLst>
            </p:cNvPr>
            <p:cNvSpPr/>
            <p:nvPr/>
          </p:nvSpPr>
          <p:spPr>
            <a:xfrm>
              <a:off x="7664864" y="5703341"/>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sp>
          <p:nvSpPr>
            <p:cNvPr id="96" name="流程图: 汇总连接 95">
              <a:extLst>
                <a:ext uri="{FF2B5EF4-FFF2-40B4-BE49-F238E27FC236}">
                  <a16:creationId xmlns:a16="http://schemas.microsoft.com/office/drawing/2014/main" id="{99FED5DF-CB04-5A30-C89A-2552CD741A85}"/>
                </a:ext>
              </a:extLst>
            </p:cNvPr>
            <p:cNvSpPr/>
            <p:nvPr/>
          </p:nvSpPr>
          <p:spPr>
            <a:xfrm>
              <a:off x="9199024" y="5709711"/>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cxnSp>
          <p:nvCxnSpPr>
            <p:cNvPr id="97" name="直接箭头连接符 96">
              <a:extLst>
                <a:ext uri="{FF2B5EF4-FFF2-40B4-BE49-F238E27FC236}">
                  <a16:creationId xmlns:a16="http://schemas.microsoft.com/office/drawing/2014/main" id="{54569957-0F82-0BB9-000F-D9716613E823}"/>
                </a:ext>
              </a:extLst>
            </p:cNvPr>
            <p:cNvCxnSpPr>
              <a:stCxn id="95" idx="6"/>
              <a:endCxn id="96" idx="2"/>
            </p:cNvCxnSpPr>
            <p:nvPr/>
          </p:nvCxnSpPr>
          <p:spPr bwMode="auto">
            <a:xfrm>
              <a:off x="7979824" y="5878390"/>
              <a:ext cx="1219200" cy="6370"/>
            </a:xfrm>
            <a:prstGeom prst="straightConnector1">
              <a:avLst/>
            </a:prstGeom>
            <a:noFill/>
            <a:ln w="9525" cap="flat" cmpd="sng" algn="ctr">
              <a:solidFill>
                <a:schemeClr val="tx1"/>
              </a:solidFill>
              <a:prstDash val="solid"/>
              <a:round/>
              <a:headEnd type="none" w="med" len="med"/>
              <a:tailEnd type="triangle"/>
            </a:ln>
            <a:effectLst/>
          </p:spPr>
        </p:cxnSp>
        <p:sp>
          <p:nvSpPr>
            <p:cNvPr id="98" name="流程图: 汇总连接 97">
              <a:extLst>
                <a:ext uri="{FF2B5EF4-FFF2-40B4-BE49-F238E27FC236}">
                  <a16:creationId xmlns:a16="http://schemas.microsoft.com/office/drawing/2014/main" id="{62765F5E-89BE-57CE-A733-EAA32DDE240C}"/>
                </a:ext>
              </a:extLst>
            </p:cNvPr>
            <p:cNvSpPr/>
            <p:nvPr/>
          </p:nvSpPr>
          <p:spPr>
            <a:xfrm>
              <a:off x="7664864" y="6161187"/>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sp>
          <p:nvSpPr>
            <p:cNvPr id="99" name="流程图: 汇总连接 98">
              <a:extLst>
                <a:ext uri="{FF2B5EF4-FFF2-40B4-BE49-F238E27FC236}">
                  <a16:creationId xmlns:a16="http://schemas.microsoft.com/office/drawing/2014/main" id="{CD3D859C-134E-E5A2-0722-F0CF72A6E80A}"/>
                </a:ext>
              </a:extLst>
            </p:cNvPr>
            <p:cNvSpPr/>
            <p:nvPr/>
          </p:nvSpPr>
          <p:spPr>
            <a:xfrm>
              <a:off x="9199024" y="6167557"/>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cxnSp>
          <p:nvCxnSpPr>
            <p:cNvPr id="100" name="直接箭头连接符 99">
              <a:extLst>
                <a:ext uri="{FF2B5EF4-FFF2-40B4-BE49-F238E27FC236}">
                  <a16:creationId xmlns:a16="http://schemas.microsoft.com/office/drawing/2014/main" id="{E7345BF7-D1A3-1B76-2964-AFE147755A92}"/>
                </a:ext>
              </a:extLst>
            </p:cNvPr>
            <p:cNvCxnSpPr>
              <a:stCxn id="98" idx="6"/>
              <a:endCxn id="99" idx="2"/>
            </p:cNvCxnSpPr>
            <p:nvPr/>
          </p:nvCxnSpPr>
          <p:spPr bwMode="auto">
            <a:xfrm>
              <a:off x="7979824" y="6336236"/>
              <a:ext cx="1219200" cy="6370"/>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ED0D1A73-1A88-4329-960E-B6D7CECE761A}"/>
                    </a:ext>
                  </a:extLst>
                </p:cNvPr>
                <p:cNvSpPr txBox="1"/>
                <p:nvPr/>
              </p:nvSpPr>
              <p:spPr>
                <a:xfrm>
                  <a:off x="9513984" y="5673629"/>
                  <a:ext cx="2294781" cy="373885"/>
                </a:xfrm>
                <a:prstGeom prst="rect">
                  <a:avLst/>
                </a:prstGeom>
                <a:noFill/>
              </p:spPr>
              <p:txBody>
                <a:bodyPr wrap="square" rtlCol="0" anchor="ctr" anchorCtr="1">
                  <a:spAutoFit/>
                </a:bodyPr>
                <a:lstStyle/>
                <a:p>
                  <a:pPr>
                    <a:buNone/>
                  </a:pP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2</m:t>
                              </m:r>
                            </m:sub>
                            <m:sup>
                              <m:r>
                                <a:rPr lang="en-US" altLang="zh-CN" i="1">
                                  <a:latin typeface="Cambria Math" panose="02040503050406030204" pitchFamily="18" charset="0"/>
                                </a:rPr>
                                <m:t>1</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3</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1</m:t>
                          </m:r>
                        </m:sup>
                      </m:sSubSup>
                    </m:oMath>
                  </a14:m>
                  <a:r>
                    <a:rPr lang="en-US" altLang="zh-CN" dirty="0"/>
                    <a:t>)=0.060</a:t>
                  </a:r>
                  <a:endParaRPr lang="zh-CN" altLang="en-US" dirty="0"/>
                </a:p>
              </p:txBody>
            </p:sp>
          </mc:Choice>
          <mc:Fallback xmlns="">
            <p:sp>
              <p:nvSpPr>
                <p:cNvPr id="101" name="文本框 100">
                  <a:extLst>
                    <a:ext uri="{FF2B5EF4-FFF2-40B4-BE49-F238E27FC236}">
                      <a16:creationId xmlns:a16="http://schemas.microsoft.com/office/drawing/2014/main" id="{ED0D1A73-1A88-4329-960E-B6D7CECE761A}"/>
                    </a:ext>
                  </a:extLst>
                </p:cNvPr>
                <p:cNvSpPr txBox="1">
                  <a:spLocks noRot="1" noChangeAspect="1" noMove="1" noResize="1" noEditPoints="1" noAdjustHandles="1" noChangeArrowheads="1" noChangeShapeType="1" noTextEdit="1"/>
                </p:cNvSpPr>
                <p:nvPr/>
              </p:nvSpPr>
              <p:spPr>
                <a:xfrm>
                  <a:off x="9513984" y="5673629"/>
                  <a:ext cx="2294781" cy="373885"/>
                </a:xfrm>
                <a:prstGeom prst="rect">
                  <a:avLst/>
                </a:prstGeom>
                <a:blipFill>
                  <a:blip r:embed="rId12"/>
                  <a:stretch>
                    <a:fillRect t="-6557" r="-1862"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B39A108C-41A4-2812-7EEA-2002A3C6CF64}"/>
                    </a:ext>
                  </a:extLst>
                </p:cNvPr>
                <p:cNvSpPr txBox="1"/>
                <p:nvPr/>
              </p:nvSpPr>
              <p:spPr>
                <a:xfrm>
                  <a:off x="9513983" y="6114568"/>
                  <a:ext cx="2395407" cy="373051"/>
                </a:xfrm>
                <a:prstGeom prst="rect">
                  <a:avLst/>
                </a:prstGeom>
                <a:noFill/>
              </p:spPr>
              <p:txBody>
                <a:bodyPr wrap="square" rtlCol="0" anchor="ctr" anchorCtr="1">
                  <a:spAutoFit/>
                </a:bodyPr>
                <a:lstStyle/>
                <a:p>
                  <a:pPr>
                    <a:buNone/>
                  </a:pP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2</m:t>
                          </m:r>
                        </m:sup>
                      </m:sSubSup>
                    </m:oMath>
                  </a14:m>
                  <a:r>
                    <a:rPr lang="en-US" altLang="zh-CN" dirty="0"/>
                    <a:t>)=0.224</a:t>
                  </a:r>
                  <a:endParaRPr lang="zh-CN" altLang="en-US" dirty="0"/>
                </a:p>
              </p:txBody>
            </p:sp>
          </mc:Choice>
          <mc:Fallback xmlns="">
            <p:sp>
              <p:nvSpPr>
                <p:cNvPr id="102" name="文本框 101">
                  <a:extLst>
                    <a:ext uri="{FF2B5EF4-FFF2-40B4-BE49-F238E27FC236}">
                      <a16:creationId xmlns:a16="http://schemas.microsoft.com/office/drawing/2014/main" id="{B39A108C-41A4-2812-7EEA-2002A3C6CF64}"/>
                    </a:ext>
                  </a:extLst>
                </p:cNvPr>
                <p:cNvSpPr txBox="1">
                  <a:spLocks noRot="1" noChangeAspect="1" noMove="1" noResize="1" noEditPoints="1" noAdjustHandles="1" noChangeArrowheads="1" noChangeShapeType="1" noTextEdit="1"/>
                </p:cNvSpPr>
                <p:nvPr/>
              </p:nvSpPr>
              <p:spPr>
                <a:xfrm>
                  <a:off x="9513983" y="6114568"/>
                  <a:ext cx="2395407" cy="373051"/>
                </a:xfrm>
                <a:prstGeom prst="rect">
                  <a:avLst/>
                </a:prstGeom>
                <a:blipFill>
                  <a:blip r:embed="rId13"/>
                  <a:stretch>
                    <a:fillRect t="-6557" b="-26230"/>
                  </a:stretch>
                </a:blipFill>
              </p:spPr>
              <p:txBody>
                <a:bodyPr/>
                <a:lstStyle/>
                <a:p>
                  <a:r>
                    <a:rPr lang="zh-CN" altLang="en-US">
                      <a:noFill/>
                    </a:rPr>
                    <a:t> </a:t>
                  </a:r>
                </a:p>
              </p:txBody>
            </p:sp>
          </mc:Fallback>
        </mc:AlternateContent>
      </p:grpSp>
      <p:sp>
        <p:nvSpPr>
          <p:cNvPr id="103" name="箭头: 左弧形 102">
            <a:extLst>
              <a:ext uri="{FF2B5EF4-FFF2-40B4-BE49-F238E27FC236}">
                <a16:creationId xmlns:a16="http://schemas.microsoft.com/office/drawing/2014/main" id="{F0305E98-A75C-DFFD-C39F-65B371A8D1C8}"/>
              </a:ext>
            </a:extLst>
          </p:cNvPr>
          <p:cNvSpPr/>
          <p:nvPr/>
        </p:nvSpPr>
        <p:spPr>
          <a:xfrm>
            <a:off x="467294" y="5391032"/>
            <a:ext cx="314960" cy="790695"/>
          </a:xfrm>
          <a:prstGeom prst="curvedRightArrow">
            <a:avLst/>
          </a:prstGeom>
          <a:ln>
            <a:solidFill>
              <a:schemeClr val="tx1"/>
            </a:solidFill>
          </a:ln>
        </p:spPr>
        <p:txBody>
          <a:bodyPr wrap="square" rtlCol="0" anchor="ctr">
            <a:noAutofit/>
          </a:bodyPr>
          <a:lstStyle/>
          <a:p>
            <a:pPr algn="ctr">
              <a:buNone/>
            </a:pPr>
            <a:endParaRPr lang="zh-CN" altLang="en-US" dirty="0" err="1"/>
          </a:p>
        </p:txBody>
      </p:sp>
      <p:grpSp>
        <p:nvGrpSpPr>
          <p:cNvPr id="6" name="组合 5">
            <a:extLst>
              <a:ext uri="{FF2B5EF4-FFF2-40B4-BE49-F238E27FC236}">
                <a16:creationId xmlns:a16="http://schemas.microsoft.com/office/drawing/2014/main" id="{F3AA7BE2-FBF9-4ACC-B356-9526DCA974AE}"/>
              </a:ext>
            </a:extLst>
          </p:cNvPr>
          <p:cNvGrpSpPr/>
          <p:nvPr/>
        </p:nvGrpSpPr>
        <p:grpSpPr>
          <a:xfrm>
            <a:off x="6302004" y="1339522"/>
            <a:ext cx="5228841" cy="5296861"/>
            <a:chOff x="6302004" y="1339522"/>
            <a:chExt cx="5228841" cy="5296861"/>
          </a:xfrm>
        </p:grpSpPr>
        <p:sp>
          <p:nvSpPr>
            <p:cNvPr id="42" name="矩形: 圆角 41">
              <a:extLst>
                <a:ext uri="{FF2B5EF4-FFF2-40B4-BE49-F238E27FC236}">
                  <a16:creationId xmlns:a16="http://schemas.microsoft.com/office/drawing/2014/main" id="{A10BE168-2BB2-8821-7DF1-502E89E0D8AC}"/>
                </a:ext>
              </a:extLst>
            </p:cNvPr>
            <p:cNvSpPr/>
            <p:nvPr/>
          </p:nvSpPr>
          <p:spPr>
            <a:xfrm>
              <a:off x="7037930" y="1339522"/>
              <a:ext cx="4492915" cy="5296861"/>
            </a:xfrm>
            <a:prstGeom prst="roundRect">
              <a:avLst/>
            </a:prstGeom>
            <a:solidFill>
              <a:srgbClr val="FF0000">
                <a:alpha val="20000"/>
              </a:srgbClr>
            </a:solidFill>
            <a:ln>
              <a:solidFill>
                <a:schemeClr val="tx1"/>
              </a:solidFill>
            </a:ln>
          </p:spPr>
          <p:txBody>
            <a:bodyPr wrap="square" rtlCol="0" anchor="ctr">
              <a:noAutofit/>
            </a:bodyPr>
            <a:lstStyle/>
            <a:p>
              <a:pPr algn="ctr">
                <a:buNone/>
              </a:pPr>
              <a:endParaRPr lang="zh-CN" altLang="en-US" dirty="0" err="1"/>
            </a:p>
          </p:txBody>
        </p:sp>
        <p:sp>
          <p:nvSpPr>
            <p:cNvPr id="37" name="箭头: 右 36">
              <a:extLst>
                <a:ext uri="{FF2B5EF4-FFF2-40B4-BE49-F238E27FC236}">
                  <a16:creationId xmlns:a16="http://schemas.microsoft.com/office/drawing/2014/main" id="{99E5A5C7-800F-1453-27BE-FEC7C46A1275}"/>
                </a:ext>
              </a:extLst>
            </p:cNvPr>
            <p:cNvSpPr/>
            <p:nvPr/>
          </p:nvSpPr>
          <p:spPr>
            <a:xfrm>
              <a:off x="6302004" y="3626966"/>
              <a:ext cx="735926" cy="452855"/>
            </a:xfrm>
            <a:prstGeom prst="rightArrow">
              <a:avLst/>
            </a:prstGeom>
            <a:ln>
              <a:solidFill>
                <a:schemeClr val="tx1"/>
              </a:solidFill>
            </a:ln>
          </p:spPr>
          <p:txBody>
            <a:bodyPr wrap="square" rtlCol="0" anchor="ctr">
              <a:noAutofit/>
            </a:bodyPr>
            <a:lstStyle/>
            <a:p>
              <a:pPr algn="ctr">
                <a:buNone/>
              </a:pPr>
              <a:endParaRPr lang="zh-CN" altLang="en-US" dirty="0" err="1"/>
            </a:p>
          </p:txBody>
        </p:sp>
        <p:grpSp>
          <p:nvGrpSpPr>
            <p:cNvPr id="16" name="组合 15">
              <a:extLst>
                <a:ext uri="{FF2B5EF4-FFF2-40B4-BE49-F238E27FC236}">
                  <a16:creationId xmlns:a16="http://schemas.microsoft.com/office/drawing/2014/main" id="{CA7E66CC-2A0C-4347-A750-19095FDC07B0}"/>
                </a:ext>
              </a:extLst>
            </p:cNvPr>
            <p:cNvGrpSpPr/>
            <p:nvPr/>
          </p:nvGrpSpPr>
          <p:grpSpPr>
            <a:xfrm>
              <a:off x="7441874" y="1515208"/>
              <a:ext cx="2001846" cy="1507256"/>
              <a:chOff x="8211172" y="2294674"/>
              <a:chExt cx="1982200" cy="1507256"/>
            </a:xfrm>
          </p:grpSpPr>
          <p:sp>
            <p:nvSpPr>
              <p:cNvPr id="3" name="流程图: 汇总连接 2">
                <a:extLst>
                  <a:ext uri="{FF2B5EF4-FFF2-40B4-BE49-F238E27FC236}">
                    <a16:creationId xmlns:a16="http://schemas.microsoft.com/office/drawing/2014/main" id="{C332CAFB-2FD7-C29F-584B-42D01B34D52A}"/>
                  </a:ext>
                </a:extLst>
              </p:cNvPr>
              <p:cNvSpPr/>
              <p:nvPr/>
            </p:nvSpPr>
            <p:spPr>
              <a:xfrm>
                <a:off x="8270862" y="3451832"/>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sp>
            <p:nvSpPr>
              <p:cNvPr id="4" name="流程图: 汇总连接 3">
                <a:extLst>
                  <a:ext uri="{FF2B5EF4-FFF2-40B4-BE49-F238E27FC236}">
                    <a16:creationId xmlns:a16="http://schemas.microsoft.com/office/drawing/2014/main" id="{07EEAC11-C7B0-039B-56E3-44A3103464D3}"/>
                  </a:ext>
                </a:extLst>
              </p:cNvPr>
              <p:cNvSpPr/>
              <p:nvPr/>
            </p:nvSpPr>
            <p:spPr>
              <a:xfrm>
                <a:off x="9759032" y="2740361"/>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cxnSp>
            <p:nvCxnSpPr>
              <p:cNvPr id="5" name="直接箭头连接符 4">
                <a:extLst>
                  <a:ext uri="{FF2B5EF4-FFF2-40B4-BE49-F238E27FC236}">
                    <a16:creationId xmlns:a16="http://schemas.microsoft.com/office/drawing/2014/main" id="{B1193BFE-6706-55BF-7B46-28B6F193A88A}"/>
                  </a:ext>
                </a:extLst>
              </p:cNvPr>
              <p:cNvCxnSpPr>
                <a:cxnSpLocks/>
                <a:stCxn id="3" idx="6"/>
                <a:endCxn id="4" idx="2"/>
              </p:cNvCxnSpPr>
              <p:nvPr/>
            </p:nvCxnSpPr>
            <p:spPr bwMode="auto">
              <a:xfrm flipV="1">
                <a:off x="8585822" y="2915410"/>
                <a:ext cx="1173210" cy="711471"/>
              </a:xfrm>
              <a:prstGeom prst="straightConnector1">
                <a:avLst/>
              </a:prstGeom>
              <a:noFill/>
              <a:ln w="9525" cap="flat" cmpd="sng" algn="ctr">
                <a:solidFill>
                  <a:schemeClr val="tx1"/>
                </a:solidFill>
                <a:prstDash val="solid"/>
                <a:round/>
                <a:headEnd type="none" w="med" len="med"/>
                <a:tailEnd type="triangle"/>
              </a:ln>
              <a:effectLst/>
            </p:spPr>
          </p:cxnSp>
          <p:sp>
            <p:nvSpPr>
              <p:cNvPr id="7" name="流程图: 汇总连接 6">
                <a:extLst>
                  <a:ext uri="{FF2B5EF4-FFF2-40B4-BE49-F238E27FC236}">
                    <a16:creationId xmlns:a16="http://schemas.microsoft.com/office/drawing/2014/main" id="{F434CE88-DFFD-D480-7BBA-60985C8036D4}"/>
                  </a:ext>
                </a:extLst>
              </p:cNvPr>
              <p:cNvSpPr/>
              <p:nvPr/>
            </p:nvSpPr>
            <p:spPr>
              <a:xfrm>
                <a:off x="8270862" y="2697033"/>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sp>
            <p:nvSpPr>
              <p:cNvPr id="8" name="流程图: 汇总连接 7">
                <a:extLst>
                  <a:ext uri="{FF2B5EF4-FFF2-40B4-BE49-F238E27FC236}">
                    <a16:creationId xmlns:a16="http://schemas.microsoft.com/office/drawing/2014/main" id="{1B317E31-4CFA-C774-18C6-C8A7823DDFEB}"/>
                  </a:ext>
                </a:extLst>
              </p:cNvPr>
              <p:cNvSpPr/>
              <p:nvPr/>
            </p:nvSpPr>
            <p:spPr>
              <a:xfrm>
                <a:off x="9759032" y="3416338"/>
                <a:ext cx="314960" cy="350098"/>
              </a:xfrm>
              <a:prstGeom prst="flowChartSummingJunction">
                <a:avLst/>
              </a:prstGeom>
              <a:solidFill>
                <a:srgbClr val="FFC000"/>
              </a:solidFill>
              <a:ln>
                <a:solidFill>
                  <a:schemeClr val="tx1"/>
                </a:solidFill>
              </a:ln>
            </p:spPr>
            <p:txBody>
              <a:bodyPr wrap="square" rtlCol="0" anchor="ctr">
                <a:noAutofit/>
              </a:bodyPr>
              <a:lstStyle/>
              <a:p>
                <a:pPr algn="ctr">
                  <a:buNone/>
                </a:pPr>
                <a:endParaRPr lang="zh-CN" altLang="en-US" dirty="0" err="1"/>
              </a:p>
            </p:txBody>
          </p:sp>
          <p:cxnSp>
            <p:nvCxnSpPr>
              <p:cNvPr id="9" name="直接箭头连接符 8">
                <a:extLst>
                  <a:ext uri="{FF2B5EF4-FFF2-40B4-BE49-F238E27FC236}">
                    <a16:creationId xmlns:a16="http://schemas.microsoft.com/office/drawing/2014/main" id="{2586D596-B2D6-5D62-9CF1-C6A4BD9465BB}"/>
                  </a:ext>
                </a:extLst>
              </p:cNvPr>
              <p:cNvCxnSpPr>
                <a:cxnSpLocks/>
                <a:stCxn id="7" idx="6"/>
                <a:endCxn id="8" idx="2"/>
              </p:cNvCxnSpPr>
              <p:nvPr/>
            </p:nvCxnSpPr>
            <p:spPr bwMode="auto">
              <a:xfrm>
                <a:off x="8585822" y="2872082"/>
                <a:ext cx="1173210" cy="719305"/>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3FB4049-91A2-2AA5-4A45-E0366B94D709}"/>
                      </a:ext>
                    </a:extLst>
                  </p:cNvPr>
                  <p:cNvSpPr txBox="1"/>
                  <p:nvPr/>
                </p:nvSpPr>
                <p:spPr>
                  <a:xfrm>
                    <a:off x="8211172" y="2294674"/>
                    <a:ext cx="314960" cy="3725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2</m:t>
                              </m:r>
                            </m:sup>
                          </m:sSubSup>
                        </m:oMath>
                      </m:oMathPara>
                    </a14:m>
                    <a:endParaRPr lang="zh-CN" altLang="en-US" dirty="0"/>
                  </a:p>
                </p:txBody>
              </p:sp>
            </mc:Choice>
            <mc:Fallback xmlns="">
              <p:sp>
                <p:nvSpPr>
                  <p:cNvPr id="17" name="文本框 16">
                    <a:extLst>
                      <a:ext uri="{FF2B5EF4-FFF2-40B4-BE49-F238E27FC236}">
                        <a16:creationId xmlns:a16="http://schemas.microsoft.com/office/drawing/2014/main" id="{93FB4049-91A2-2AA5-4A45-E0366B94D709}"/>
                      </a:ext>
                    </a:extLst>
                  </p:cNvPr>
                  <p:cNvSpPr txBox="1">
                    <a:spLocks noRot="1" noChangeAspect="1" noMove="1" noResize="1" noEditPoints="1" noAdjustHandles="1" noChangeArrowheads="1" noChangeShapeType="1" noTextEdit="1"/>
                  </p:cNvSpPr>
                  <p:nvPr/>
                </p:nvSpPr>
                <p:spPr>
                  <a:xfrm>
                    <a:off x="8211172" y="2294674"/>
                    <a:ext cx="314960" cy="372538"/>
                  </a:xfrm>
                  <a:prstGeom prst="rect">
                    <a:avLst/>
                  </a:prstGeom>
                  <a:blipFill>
                    <a:blip r:embed="rId14"/>
                    <a:stretch>
                      <a:fillRect r="-13462"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6A51CFF-341D-6475-0DEE-E0939103192A}"/>
                      </a:ext>
                    </a:extLst>
                  </p:cNvPr>
                  <p:cNvSpPr txBox="1"/>
                  <p:nvPr/>
                </p:nvSpPr>
                <p:spPr>
                  <a:xfrm>
                    <a:off x="8245379" y="3065299"/>
                    <a:ext cx="434340" cy="3738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3</m:t>
                              </m:r>
                            </m:sup>
                          </m:sSubSup>
                        </m:oMath>
                      </m:oMathPara>
                    </a14:m>
                    <a:endParaRPr lang="zh-CN" altLang="en-US" dirty="0"/>
                  </a:p>
                </p:txBody>
              </p:sp>
            </mc:Choice>
            <mc:Fallback xmlns="">
              <p:sp>
                <p:nvSpPr>
                  <p:cNvPr id="19" name="文本框 18">
                    <a:extLst>
                      <a:ext uri="{FF2B5EF4-FFF2-40B4-BE49-F238E27FC236}">
                        <a16:creationId xmlns:a16="http://schemas.microsoft.com/office/drawing/2014/main" id="{66A51CFF-341D-6475-0DEE-E0939103192A}"/>
                      </a:ext>
                    </a:extLst>
                  </p:cNvPr>
                  <p:cNvSpPr txBox="1">
                    <a:spLocks noRot="1" noChangeAspect="1" noMove="1" noResize="1" noEditPoints="1" noAdjustHandles="1" noChangeArrowheads="1" noChangeShapeType="1" noTextEdit="1"/>
                  </p:cNvSpPr>
                  <p:nvPr/>
                </p:nvSpPr>
                <p:spPr>
                  <a:xfrm>
                    <a:off x="8245379" y="3065299"/>
                    <a:ext cx="434340" cy="373885"/>
                  </a:xfrm>
                  <a:prstGeom prst="rect">
                    <a:avLst/>
                  </a:prstGeom>
                  <a:blipFill>
                    <a:blip r:embed="rId15"/>
                    <a:stretch>
                      <a:fillRect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A16FB7C-7856-5FBA-E7B1-9D3A6A69850D}"/>
                      </a:ext>
                    </a:extLst>
                  </p:cNvPr>
                  <p:cNvSpPr txBox="1"/>
                  <p:nvPr/>
                </p:nvSpPr>
                <p:spPr>
                  <a:xfrm>
                    <a:off x="9759032" y="2311579"/>
                    <a:ext cx="434340" cy="3724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2</m:t>
                              </m:r>
                            </m:sub>
                            <m:sup>
                              <m:r>
                                <a:rPr lang="en-US" altLang="zh-CN" sz="1800" b="0" i="1" smtClean="0">
                                  <a:latin typeface="Cambria Math" panose="02040503050406030204" pitchFamily="18" charset="0"/>
                                </a:rPr>
                                <m:t>1</m:t>
                              </m:r>
                            </m:sup>
                          </m:sSubSup>
                        </m:oMath>
                      </m:oMathPara>
                    </a14:m>
                    <a:endParaRPr lang="zh-CN" altLang="en-US" dirty="0"/>
                  </a:p>
                </p:txBody>
              </p:sp>
            </mc:Choice>
            <mc:Fallback xmlns="">
              <p:sp>
                <p:nvSpPr>
                  <p:cNvPr id="21" name="文本框 20">
                    <a:extLst>
                      <a:ext uri="{FF2B5EF4-FFF2-40B4-BE49-F238E27FC236}">
                        <a16:creationId xmlns:a16="http://schemas.microsoft.com/office/drawing/2014/main" id="{8A16FB7C-7856-5FBA-E7B1-9D3A6A69850D}"/>
                      </a:ext>
                    </a:extLst>
                  </p:cNvPr>
                  <p:cNvSpPr txBox="1">
                    <a:spLocks noRot="1" noChangeAspect="1" noMove="1" noResize="1" noEditPoints="1" noAdjustHandles="1" noChangeArrowheads="1" noChangeShapeType="1" noTextEdit="1"/>
                  </p:cNvSpPr>
                  <p:nvPr/>
                </p:nvSpPr>
                <p:spPr>
                  <a:xfrm>
                    <a:off x="9759032" y="2311579"/>
                    <a:ext cx="434340" cy="372474"/>
                  </a:xfrm>
                  <a:prstGeom prst="rect">
                    <a:avLst/>
                  </a:prstGeom>
                  <a:blipFill>
                    <a:blip r:embed="rId16"/>
                    <a:stretch>
                      <a:fillRect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FD0ADE7-DB7C-D3BF-6D2B-BE07D212336A}"/>
                      </a:ext>
                    </a:extLst>
                  </p:cNvPr>
                  <p:cNvSpPr txBox="1"/>
                  <p:nvPr/>
                </p:nvSpPr>
                <p:spPr>
                  <a:xfrm>
                    <a:off x="9736399" y="3066873"/>
                    <a:ext cx="434340" cy="3730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2</m:t>
                              </m:r>
                            </m:sub>
                            <m:sup>
                              <m:r>
                                <a:rPr lang="en-US" altLang="zh-CN" sz="1800" b="0" i="1" smtClean="0">
                                  <a:latin typeface="Cambria Math" panose="02040503050406030204" pitchFamily="18" charset="0"/>
                                </a:rPr>
                                <m:t>2</m:t>
                              </m:r>
                            </m:sup>
                          </m:sSubSup>
                        </m:oMath>
                      </m:oMathPara>
                    </a14:m>
                    <a:endParaRPr lang="zh-CN" altLang="en-US" dirty="0"/>
                  </a:p>
                </p:txBody>
              </p:sp>
            </mc:Choice>
            <mc:Fallback xmlns="">
              <p:sp>
                <p:nvSpPr>
                  <p:cNvPr id="23" name="文本框 22">
                    <a:extLst>
                      <a:ext uri="{FF2B5EF4-FFF2-40B4-BE49-F238E27FC236}">
                        <a16:creationId xmlns:a16="http://schemas.microsoft.com/office/drawing/2014/main" id="{BFD0ADE7-DB7C-D3BF-6D2B-BE07D212336A}"/>
                      </a:ext>
                    </a:extLst>
                  </p:cNvPr>
                  <p:cNvSpPr txBox="1">
                    <a:spLocks noRot="1" noChangeAspect="1" noMove="1" noResize="1" noEditPoints="1" noAdjustHandles="1" noChangeArrowheads="1" noChangeShapeType="1" noTextEdit="1"/>
                  </p:cNvSpPr>
                  <p:nvPr/>
                </p:nvSpPr>
                <p:spPr>
                  <a:xfrm>
                    <a:off x="9736399" y="3066873"/>
                    <a:ext cx="434340" cy="373051"/>
                  </a:xfrm>
                  <a:prstGeom prst="rect">
                    <a:avLst/>
                  </a:prstGeom>
                  <a:blipFill>
                    <a:blip r:embed="rId17"/>
                    <a:stretch>
                      <a:fillRect b="-3279"/>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E2DB56C6-5368-4B1D-BB11-83B7087A0BC0}"/>
                    </a:ext>
                  </a:extLst>
                </p:cNvPr>
                <p:cNvSpPr txBox="1"/>
                <p:nvPr/>
              </p:nvSpPr>
              <p:spPr>
                <a:xfrm>
                  <a:off x="9323157" y="1928272"/>
                  <a:ext cx="2041051" cy="373885"/>
                </a:xfrm>
                <a:prstGeom prst="rect">
                  <a:avLst/>
                </a:prstGeom>
                <a:noFill/>
              </p:spPr>
              <p:txBody>
                <a:bodyPr wrap="square" rtlCol="0" anchor="ctr" anchorCtr="1">
                  <a:spAutoFit/>
                </a:bodyPr>
                <a:lstStyle/>
                <a:p>
                  <a:pPr>
                    <a:buNone/>
                  </a:pP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1</m:t>
                          </m:r>
                        </m:sup>
                      </m:sSubSup>
                    </m:oMath>
                  </a14:m>
                  <a:r>
                    <a:rPr lang="en-US" altLang="zh-CN" dirty="0"/>
                    <a:t>) = 0.060</a:t>
                  </a:r>
                  <a:endParaRPr lang="zh-CN" altLang="en-US" dirty="0"/>
                </a:p>
              </p:txBody>
            </p:sp>
          </mc:Choice>
          <mc:Fallback xmlns="">
            <p:sp>
              <p:nvSpPr>
                <p:cNvPr id="84" name="文本框 83">
                  <a:extLst>
                    <a:ext uri="{FF2B5EF4-FFF2-40B4-BE49-F238E27FC236}">
                      <a16:creationId xmlns:a16="http://schemas.microsoft.com/office/drawing/2014/main" id="{E2DB56C6-5368-4B1D-BB11-83B7087A0BC0}"/>
                    </a:ext>
                  </a:extLst>
                </p:cNvPr>
                <p:cNvSpPr txBox="1">
                  <a:spLocks noRot="1" noChangeAspect="1" noMove="1" noResize="1" noEditPoints="1" noAdjustHandles="1" noChangeArrowheads="1" noChangeShapeType="1" noTextEdit="1"/>
                </p:cNvSpPr>
                <p:nvPr/>
              </p:nvSpPr>
              <p:spPr>
                <a:xfrm>
                  <a:off x="9323157" y="1928272"/>
                  <a:ext cx="2041051" cy="373885"/>
                </a:xfrm>
                <a:prstGeom prst="rect">
                  <a:avLst/>
                </a:prstGeom>
                <a:blipFill>
                  <a:blip r:embed="rId18"/>
                  <a:stretch>
                    <a:fillRect t="-6452"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FEB4461B-5528-42EA-9993-0DC4E7BC4082}"/>
                    </a:ext>
                  </a:extLst>
                </p:cNvPr>
                <p:cNvSpPr txBox="1"/>
                <p:nvPr/>
              </p:nvSpPr>
              <p:spPr>
                <a:xfrm>
                  <a:off x="9323156" y="2573083"/>
                  <a:ext cx="2041051" cy="373051"/>
                </a:xfrm>
                <a:prstGeom prst="rect">
                  <a:avLst/>
                </a:prstGeom>
                <a:noFill/>
              </p:spPr>
              <p:txBody>
                <a:bodyPr wrap="square" rtlCol="0" anchor="ctr" anchorCtr="1">
                  <a:spAutoFit/>
                </a:bodyPr>
                <a:lstStyle/>
                <a:p>
                  <a:pPr>
                    <a:buNone/>
                  </a:pP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2</m:t>
                          </m:r>
                        </m:sup>
                      </m:sSubSup>
                    </m:oMath>
                  </a14:m>
                  <a:r>
                    <a:rPr lang="en-US" altLang="zh-CN" dirty="0"/>
                    <a:t>) = 0.224</a:t>
                  </a:r>
                  <a:endParaRPr lang="zh-CN" altLang="en-US" dirty="0"/>
                </a:p>
              </p:txBody>
            </p:sp>
          </mc:Choice>
          <mc:Fallback xmlns="">
            <p:sp>
              <p:nvSpPr>
                <p:cNvPr id="85" name="文本框 84">
                  <a:extLst>
                    <a:ext uri="{FF2B5EF4-FFF2-40B4-BE49-F238E27FC236}">
                      <a16:creationId xmlns:a16="http://schemas.microsoft.com/office/drawing/2014/main" id="{FEB4461B-5528-42EA-9993-0DC4E7BC4082}"/>
                    </a:ext>
                  </a:extLst>
                </p:cNvPr>
                <p:cNvSpPr txBox="1">
                  <a:spLocks noRot="1" noChangeAspect="1" noMove="1" noResize="1" noEditPoints="1" noAdjustHandles="1" noChangeArrowheads="1" noChangeShapeType="1" noTextEdit="1"/>
                </p:cNvSpPr>
                <p:nvPr/>
              </p:nvSpPr>
              <p:spPr>
                <a:xfrm>
                  <a:off x="9323156" y="2573083"/>
                  <a:ext cx="2041051" cy="373051"/>
                </a:xfrm>
                <a:prstGeom prst="rect">
                  <a:avLst/>
                </a:prstGeom>
                <a:blipFill>
                  <a:blip r:embed="rId19"/>
                  <a:stretch>
                    <a:fillRect t="-6557" b="-26230"/>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9DF2F911-F41D-418B-A632-DB64AAC3639F}"/>
                </a:ext>
              </a:extLst>
            </p:cNvPr>
            <p:cNvSpPr txBox="1"/>
            <p:nvPr/>
          </p:nvSpPr>
          <p:spPr>
            <a:xfrm>
              <a:off x="7261869" y="3275504"/>
              <a:ext cx="4041591" cy="1569660"/>
            </a:xfrm>
            <a:prstGeom prst="rect">
              <a:avLst/>
            </a:prstGeom>
            <a:noFill/>
          </p:spPr>
          <p:txBody>
            <a:bodyPr wrap="square" rtlCol="0" anchor="ctr" anchorCtr="1">
              <a:spAutoFit/>
            </a:bodyPr>
            <a:lstStyle/>
            <a:p>
              <a:pPr>
                <a:buNone/>
              </a:pPr>
              <a:r>
                <a:rPr lang="en-US" altLang="zh-CN" sz="2400" dirty="0"/>
                <a:t>For the remaining candidate states, the confidence probability sum of them should equals to 1. </a:t>
              </a:r>
              <a:endParaRPr lang="zh-CN" altLang="en-US" sz="2400"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C690D44-9041-4F4A-9936-263647249F93}"/>
                    </a:ext>
                  </a:extLst>
                </p:cNvPr>
                <p:cNvSpPr txBox="1"/>
                <p:nvPr/>
              </p:nvSpPr>
              <p:spPr>
                <a:xfrm>
                  <a:off x="7476420" y="4835240"/>
                  <a:ext cx="3326165" cy="796436"/>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𝑃</m:t>
                            </m:r>
                          </m:e>
                        </m:acc>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𝑖</m:t>
                                </m:r>
                              </m:sup>
                            </m:sSubSup>
                          </m:e>
                        </m:d>
                        <m:r>
                          <a:rPr lang="en-US" altLang="zh-CN" b="0"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i="1">
                                <a:latin typeface="Cambria Math" panose="02040503050406030204" pitchFamily="18" charset="0"/>
                              </a:rPr>
                              <m:t>𝑃</m:t>
                            </m:r>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𝑗</m:t>
                                    </m:r>
                                  </m:sub>
                                  <m:sup>
                                    <m:r>
                                      <a:rPr lang="en-US" altLang="zh-CN" i="1">
                                        <a:latin typeface="Cambria Math" panose="02040503050406030204" pitchFamily="18" charset="0"/>
                                      </a:rPr>
                                      <m:t>𝑖</m:t>
                                    </m:r>
                                  </m:sup>
                                </m:sSubSup>
                              </m:e>
                            </m:d>
                          </m:num>
                          <m:den>
                            <m:nary>
                              <m:naryPr>
                                <m:chr m:val="∑"/>
                                <m:limLoc m:val="subSup"/>
                                <m:ctrlPr>
                                  <a:rPr lang="en-US" altLang="zh-CN" i="1">
                                    <a:latin typeface="Cambria Math" panose="02040503050406030204" pitchFamily="18" charset="0"/>
                                  </a:rPr>
                                </m:ctrlPr>
                              </m:naryPr>
                              <m:sub>
                                <m:r>
                                  <m:rPr>
                                    <m:brk m:alnAt="25"/>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𝑘</m:t>
                                </m:r>
                              </m:sup>
                              <m:e>
                                <m:r>
                                  <a:rPr lang="en-US" altLang="zh-CN" i="1">
                                    <a:latin typeface="Cambria Math" panose="02040503050406030204" pitchFamily="18" charset="0"/>
                                  </a:rPr>
                                  <m:t>𝑃</m:t>
                                </m:r>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𝑗</m:t>
                                        </m:r>
                                      </m:sub>
                                      <m:sup>
                                        <m:r>
                                          <a:rPr lang="en-US" altLang="zh-CN" i="1">
                                            <a:latin typeface="Cambria Math" panose="02040503050406030204" pitchFamily="18" charset="0"/>
                                          </a:rPr>
                                          <m:t>𝑖</m:t>
                                        </m:r>
                                      </m:sup>
                                    </m:sSubSup>
                                  </m:e>
                                </m:d>
                              </m:e>
                            </m:nary>
                          </m:den>
                        </m:f>
                      </m:oMath>
                    </m:oMathPara>
                  </a14:m>
                  <a:endParaRPr lang="zh-CN" altLang="en-US" dirty="0"/>
                </a:p>
              </p:txBody>
            </p:sp>
          </mc:Choice>
          <mc:Fallback xmlns="">
            <p:sp>
              <p:nvSpPr>
                <p:cNvPr id="20" name="文本框 19">
                  <a:extLst>
                    <a:ext uri="{FF2B5EF4-FFF2-40B4-BE49-F238E27FC236}">
                      <a16:creationId xmlns:a16="http://schemas.microsoft.com/office/drawing/2014/main" id="{EC690D44-9041-4F4A-9936-263647249F93}"/>
                    </a:ext>
                  </a:extLst>
                </p:cNvPr>
                <p:cNvSpPr txBox="1">
                  <a:spLocks noRot="1" noChangeAspect="1" noMove="1" noResize="1" noEditPoints="1" noAdjustHandles="1" noChangeArrowheads="1" noChangeShapeType="1" noTextEdit="1"/>
                </p:cNvSpPr>
                <p:nvPr/>
              </p:nvSpPr>
              <p:spPr>
                <a:xfrm>
                  <a:off x="7476420" y="4835240"/>
                  <a:ext cx="3326165" cy="796436"/>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F74557AE-0BEA-422A-8C27-FF1DDE283082}"/>
                    </a:ext>
                  </a:extLst>
                </p:cNvPr>
                <p:cNvSpPr txBox="1"/>
                <p:nvPr/>
              </p:nvSpPr>
              <p:spPr>
                <a:xfrm>
                  <a:off x="7596188" y="5711308"/>
                  <a:ext cx="3187775" cy="372474"/>
                </a:xfrm>
                <a:prstGeom prst="rect">
                  <a:avLst/>
                </a:prstGeom>
                <a:noFill/>
              </p:spPr>
              <p:txBody>
                <a:bodyPr wrap="square" rtlCol="0" anchor="ctr" anchorCtr="1">
                  <a:spAutoFit/>
                </a:bodyPr>
                <a:lstStyle/>
                <a:p>
                  <a:pPr>
                    <a:buNone/>
                  </a:pP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1</m:t>
                          </m:r>
                        </m:sup>
                      </m:sSubSup>
                    </m:oMath>
                  </a14:m>
                  <a:r>
                    <a:rPr lang="en-US" altLang="zh-CN" dirty="0"/>
                    <a:t>) = 0.060/0.284=0.211</a:t>
                  </a:r>
                  <a:endParaRPr lang="zh-CN" altLang="en-US" dirty="0"/>
                </a:p>
              </p:txBody>
            </p:sp>
          </mc:Choice>
          <mc:Fallback xmlns="">
            <p:sp>
              <p:nvSpPr>
                <p:cNvPr id="86" name="文本框 85">
                  <a:extLst>
                    <a:ext uri="{FF2B5EF4-FFF2-40B4-BE49-F238E27FC236}">
                      <a16:creationId xmlns:a16="http://schemas.microsoft.com/office/drawing/2014/main" id="{F74557AE-0BEA-422A-8C27-FF1DDE283082}"/>
                    </a:ext>
                  </a:extLst>
                </p:cNvPr>
                <p:cNvSpPr txBox="1">
                  <a:spLocks noRot="1" noChangeAspect="1" noMove="1" noResize="1" noEditPoints="1" noAdjustHandles="1" noChangeArrowheads="1" noChangeShapeType="1" noTextEdit="1"/>
                </p:cNvSpPr>
                <p:nvPr/>
              </p:nvSpPr>
              <p:spPr>
                <a:xfrm>
                  <a:off x="7596188" y="5711308"/>
                  <a:ext cx="3187775" cy="372474"/>
                </a:xfrm>
                <a:prstGeom prst="rect">
                  <a:avLst/>
                </a:prstGeom>
                <a:blipFill>
                  <a:blip r:embed="rId21"/>
                  <a:stretch>
                    <a:fillRect t="-6557"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84A353E3-166E-4DBD-B35D-AABEB257A9CB}"/>
                    </a:ext>
                  </a:extLst>
                </p:cNvPr>
                <p:cNvSpPr txBox="1"/>
                <p:nvPr/>
              </p:nvSpPr>
              <p:spPr>
                <a:xfrm>
                  <a:off x="7654066" y="6145912"/>
                  <a:ext cx="3140661" cy="373051"/>
                </a:xfrm>
                <a:prstGeom prst="rect">
                  <a:avLst/>
                </a:prstGeom>
                <a:noFill/>
              </p:spPr>
              <p:txBody>
                <a:bodyPr wrap="square" rtlCol="0" anchor="ctr" anchorCtr="1">
                  <a:spAutoFit/>
                </a:bodyPr>
                <a:lstStyle/>
                <a:p>
                  <a:pPr>
                    <a:buNone/>
                  </a:pP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2</m:t>
                          </m:r>
                        </m:sup>
                      </m:sSubSup>
                    </m:oMath>
                  </a14:m>
                  <a:r>
                    <a:rPr lang="en-US" altLang="zh-CN" dirty="0"/>
                    <a:t>) = 0.224/0.284=0.789</a:t>
                  </a:r>
                  <a:endParaRPr lang="zh-CN" altLang="en-US" dirty="0"/>
                </a:p>
              </p:txBody>
            </p:sp>
          </mc:Choice>
          <mc:Fallback xmlns="">
            <p:sp>
              <p:nvSpPr>
                <p:cNvPr id="91" name="文本框 90">
                  <a:extLst>
                    <a:ext uri="{FF2B5EF4-FFF2-40B4-BE49-F238E27FC236}">
                      <a16:creationId xmlns:a16="http://schemas.microsoft.com/office/drawing/2014/main" id="{84A353E3-166E-4DBD-B35D-AABEB257A9CB}"/>
                    </a:ext>
                  </a:extLst>
                </p:cNvPr>
                <p:cNvSpPr txBox="1">
                  <a:spLocks noRot="1" noChangeAspect="1" noMove="1" noResize="1" noEditPoints="1" noAdjustHandles="1" noChangeArrowheads="1" noChangeShapeType="1" noTextEdit="1"/>
                </p:cNvSpPr>
                <p:nvPr/>
              </p:nvSpPr>
              <p:spPr>
                <a:xfrm>
                  <a:off x="7654066" y="6145912"/>
                  <a:ext cx="3140661" cy="373051"/>
                </a:xfrm>
                <a:prstGeom prst="rect">
                  <a:avLst/>
                </a:prstGeom>
                <a:blipFill>
                  <a:blip r:embed="rId22"/>
                  <a:stretch>
                    <a:fillRect t="-6557" b="-2623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673795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4C8357-42AF-C14C-5504-DFAF705FA5AA}"/>
              </a:ext>
            </a:extLst>
          </p:cNvPr>
          <p:cNvSpPr>
            <a:spLocks noGrp="1"/>
          </p:cNvSpPr>
          <p:nvPr>
            <p:ph type="title"/>
          </p:nvPr>
        </p:nvSpPr>
        <p:spPr/>
        <p:txBody>
          <a:bodyPr/>
          <a:lstStyle/>
          <a:p>
            <a:r>
              <a:rPr lang="en-US" altLang="zh-CN" dirty="0">
                <a:latin typeface="Arial" panose="020B0604020202020204" pitchFamily="34" charset="0"/>
                <a:ea typeface="黑体" panose="02010609060101010101" pitchFamily="49" charset="-122"/>
              </a:rPr>
              <a:t>Framework</a:t>
            </a:r>
            <a:endParaRPr lang="zh-CN" altLang="en-US" dirty="0">
              <a:latin typeface="Arial" panose="020B0604020202020204" pitchFamily="34" charset="0"/>
              <a:ea typeface="黑体" panose="02010609060101010101" pitchFamily="49" charset="-122"/>
            </a:endParaRPr>
          </a:p>
        </p:txBody>
      </p:sp>
      <p:grpSp>
        <p:nvGrpSpPr>
          <p:cNvPr id="3" name="组合 2">
            <a:extLst>
              <a:ext uri="{FF2B5EF4-FFF2-40B4-BE49-F238E27FC236}">
                <a16:creationId xmlns:a16="http://schemas.microsoft.com/office/drawing/2014/main" id="{DF16C110-BC93-472D-BE9D-C7517ADBF546}"/>
              </a:ext>
            </a:extLst>
          </p:cNvPr>
          <p:cNvGrpSpPr/>
          <p:nvPr/>
        </p:nvGrpSpPr>
        <p:grpSpPr>
          <a:xfrm>
            <a:off x="497793" y="1100313"/>
            <a:ext cx="11196413" cy="5529721"/>
            <a:chOff x="391159" y="1300480"/>
            <a:chExt cx="11196413" cy="5529721"/>
          </a:xfrm>
        </p:grpSpPr>
        <p:grpSp>
          <p:nvGrpSpPr>
            <p:cNvPr id="8" name="组合 7">
              <a:extLst>
                <a:ext uri="{FF2B5EF4-FFF2-40B4-BE49-F238E27FC236}">
                  <a16:creationId xmlns:a16="http://schemas.microsoft.com/office/drawing/2014/main" id="{1542DD92-8CF3-46AC-A560-753177616C29}"/>
                </a:ext>
              </a:extLst>
            </p:cNvPr>
            <p:cNvGrpSpPr/>
            <p:nvPr/>
          </p:nvGrpSpPr>
          <p:grpSpPr>
            <a:xfrm>
              <a:off x="391159" y="1300480"/>
              <a:ext cx="3636949" cy="2169245"/>
              <a:chOff x="223737" y="1168584"/>
              <a:chExt cx="9034254" cy="5562686"/>
            </a:xfrm>
          </p:grpSpPr>
          <p:pic>
            <p:nvPicPr>
              <p:cNvPr id="26" name="图片 25">
                <a:extLst>
                  <a:ext uri="{FF2B5EF4-FFF2-40B4-BE49-F238E27FC236}">
                    <a16:creationId xmlns:a16="http://schemas.microsoft.com/office/drawing/2014/main" id="{1B9D14A7-EB7C-4CEB-BD52-2B31E8EFA92E}"/>
                  </a:ext>
                </a:extLst>
              </p:cNvPr>
              <p:cNvPicPr>
                <a:picLocks noChangeAspect="1"/>
              </p:cNvPicPr>
              <p:nvPr/>
            </p:nvPicPr>
            <p:blipFill>
              <a:blip r:embed="rId3">
                <a:extLst>
                  <a:ext uri="{28A0092B-C50C-407E-A947-70E740481C1C}">
                    <a14:useLocalDpi xmlns:a14="http://schemas.microsoft.com/office/drawing/2010/main" val="0"/>
                  </a:ext>
                </a:extLst>
              </a:blip>
              <a:srcRect l="29906" t="2114" r="30616" b="2981"/>
              <a:stretch/>
            </p:blipFill>
            <p:spPr>
              <a:xfrm>
                <a:off x="223737" y="1168584"/>
                <a:ext cx="4646079" cy="5562686"/>
              </a:xfrm>
              <a:prstGeom prst="rect">
                <a:avLst/>
              </a:prstGeom>
            </p:spPr>
          </p:pic>
          <p:pic>
            <p:nvPicPr>
              <p:cNvPr id="28" name="图片 27">
                <a:extLst>
                  <a:ext uri="{FF2B5EF4-FFF2-40B4-BE49-F238E27FC236}">
                    <a16:creationId xmlns:a16="http://schemas.microsoft.com/office/drawing/2014/main" id="{7D2FF1B2-064C-4EBD-8FA6-F478AEF74852}"/>
                  </a:ext>
                </a:extLst>
              </p:cNvPr>
              <p:cNvPicPr>
                <a:picLocks noChangeAspect="1"/>
              </p:cNvPicPr>
              <p:nvPr/>
            </p:nvPicPr>
            <p:blipFill>
              <a:blip r:embed="rId4">
                <a:extLst>
                  <a:ext uri="{28A0092B-C50C-407E-A947-70E740481C1C}">
                    <a14:useLocalDpi xmlns:a14="http://schemas.microsoft.com/office/drawing/2010/main" val="0"/>
                  </a:ext>
                </a:extLst>
              </a:blip>
              <a:srcRect l="33017" t="2264" r="35227" b="39902"/>
              <a:stretch/>
            </p:blipFill>
            <p:spPr>
              <a:xfrm>
                <a:off x="5386381" y="1169216"/>
                <a:ext cx="3871610" cy="3511686"/>
              </a:xfrm>
              <a:prstGeom prst="rect">
                <a:avLst/>
              </a:prstGeom>
            </p:spPr>
          </p:pic>
          <p:cxnSp>
            <p:nvCxnSpPr>
              <p:cNvPr id="29" name="直接箭头连接符 28">
                <a:extLst>
                  <a:ext uri="{FF2B5EF4-FFF2-40B4-BE49-F238E27FC236}">
                    <a16:creationId xmlns:a16="http://schemas.microsoft.com/office/drawing/2014/main" id="{43E72E66-5FD5-4950-AB3C-F689C1EAEC1C}"/>
                  </a:ext>
                </a:extLst>
              </p:cNvPr>
              <p:cNvCxnSpPr>
                <a:cxnSpLocks/>
              </p:cNvCxnSpPr>
              <p:nvPr/>
            </p:nvCxnSpPr>
            <p:spPr bwMode="auto">
              <a:xfrm flipV="1">
                <a:off x="1624519" y="1168584"/>
                <a:ext cx="3761862" cy="2260416"/>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31" name="直接箭头连接符 30">
                <a:extLst>
                  <a:ext uri="{FF2B5EF4-FFF2-40B4-BE49-F238E27FC236}">
                    <a16:creationId xmlns:a16="http://schemas.microsoft.com/office/drawing/2014/main" id="{82F08630-F319-4C27-AD9F-2DF0CB751D99}"/>
                  </a:ext>
                </a:extLst>
              </p:cNvPr>
              <p:cNvCxnSpPr>
                <a:cxnSpLocks/>
              </p:cNvCxnSpPr>
              <p:nvPr/>
            </p:nvCxnSpPr>
            <p:spPr bwMode="auto">
              <a:xfrm>
                <a:off x="1624519" y="4085617"/>
                <a:ext cx="3761862" cy="595285"/>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32" name="椭圆 31">
                <a:extLst>
                  <a:ext uri="{FF2B5EF4-FFF2-40B4-BE49-F238E27FC236}">
                    <a16:creationId xmlns:a16="http://schemas.microsoft.com/office/drawing/2014/main" id="{A70B4D8E-5524-4722-A790-4BA0C37A1ECF}"/>
                  </a:ext>
                </a:extLst>
              </p:cNvPr>
              <p:cNvSpPr/>
              <p:nvPr/>
            </p:nvSpPr>
            <p:spPr>
              <a:xfrm>
                <a:off x="1313235" y="3490964"/>
                <a:ext cx="622568" cy="594653"/>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wrap="square" rtlCol="0" anchor="ctr">
                <a:noAutofit/>
              </a:bodyPr>
              <a:lstStyle/>
              <a:p>
                <a:pPr algn="ctr">
                  <a:buNone/>
                </a:pPr>
                <a:endParaRPr lang="zh-CN" altLang="en-US" dirty="0" err="1"/>
              </a:p>
            </p:txBody>
          </p:sp>
        </p:grpSp>
        <p:pic>
          <p:nvPicPr>
            <p:cNvPr id="34" name="图片 33">
              <a:extLst>
                <a:ext uri="{FF2B5EF4-FFF2-40B4-BE49-F238E27FC236}">
                  <a16:creationId xmlns:a16="http://schemas.microsoft.com/office/drawing/2014/main" id="{604CEDD2-4179-489C-9BFC-142886A2BF0B}"/>
                </a:ext>
              </a:extLst>
            </p:cNvPr>
            <p:cNvPicPr/>
            <p:nvPr/>
          </p:nvPicPr>
          <p:blipFill>
            <a:blip r:embed="rId5"/>
            <a:stretch>
              <a:fillRect/>
            </a:stretch>
          </p:blipFill>
          <p:spPr>
            <a:xfrm>
              <a:off x="391159" y="3903582"/>
              <a:ext cx="3678358" cy="2492762"/>
            </a:xfrm>
            <a:prstGeom prst="rect">
              <a:avLst/>
            </a:prstGeom>
          </p:spPr>
        </p:pic>
        <p:sp>
          <p:nvSpPr>
            <p:cNvPr id="15" name="文本框 14">
              <a:extLst>
                <a:ext uri="{FF2B5EF4-FFF2-40B4-BE49-F238E27FC236}">
                  <a16:creationId xmlns:a16="http://schemas.microsoft.com/office/drawing/2014/main" id="{48BD4B09-659E-4655-840B-CC39B457D976}"/>
                </a:ext>
              </a:extLst>
            </p:cNvPr>
            <p:cNvSpPr txBox="1"/>
            <p:nvPr/>
          </p:nvSpPr>
          <p:spPr>
            <a:xfrm>
              <a:off x="2509520" y="2961893"/>
              <a:ext cx="1361440" cy="369332"/>
            </a:xfrm>
            <a:prstGeom prst="rect">
              <a:avLst/>
            </a:prstGeom>
            <a:noFill/>
            <a:ln w="25400">
              <a:solidFill>
                <a:schemeClr val="tx1"/>
              </a:solidFill>
            </a:ln>
          </p:spPr>
          <p:txBody>
            <a:bodyPr wrap="square" rtlCol="0" anchor="ctr" anchorCtr="1">
              <a:spAutoFit/>
            </a:bodyPr>
            <a:lstStyle/>
            <a:p>
              <a:pPr>
                <a:buNone/>
              </a:pPr>
              <a:r>
                <a:rPr lang="en-US" altLang="zh-CN" dirty="0"/>
                <a:t>Map file</a:t>
              </a:r>
            </a:p>
          </p:txBody>
        </p:sp>
        <p:sp>
          <p:nvSpPr>
            <p:cNvPr id="37" name="文本框 36">
              <a:extLst>
                <a:ext uri="{FF2B5EF4-FFF2-40B4-BE49-F238E27FC236}">
                  <a16:creationId xmlns:a16="http://schemas.microsoft.com/office/drawing/2014/main" id="{31DAE2BC-CEF3-4F41-9CF9-EBE4E8E23FBE}"/>
                </a:ext>
              </a:extLst>
            </p:cNvPr>
            <p:cNvSpPr txBox="1"/>
            <p:nvPr/>
          </p:nvSpPr>
          <p:spPr>
            <a:xfrm>
              <a:off x="742958" y="6460869"/>
              <a:ext cx="3128002" cy="369332"/>
            </a:xfrm>
            <a:prstGeom prst="rect">
              <a:avLst/>
            </a:prstGeom>
            <a:noFill/>
            <a:ln w="25400">
              <a:solidFill>
                <a:schemeClr val="tx1"/>
              </a:solidFill>
            </a:ln>
          </p:spPr>
          <p:txBody>
            <a:bodyPr wrap="square" rtlCol="0" anchor="ctr" anchorCtr="1">
              <a:spAutoFit/>
            </a:bodyPr>
            <a:lstStyle/>
            <a:p>
              <a:pPr>
                <a:buNone/>
              </a:pPr>
              <a:r>
                <a:rPr lang="en-US" altLang="zh-CN" dirty="0"/>
                <a:t>Tracking points file</a:t>
              </a:r>
              <a:endParaRPr lang="zh-CN" altLang="en-US" dirty="0"/>
            </a:p>
          </p:txBody>
        </p:sp>
        <p:grpSp>
          <p:nvGrpSpPr>
            <p:cNvPr id="6" name="组合 5">
              <a:extLst>
                <a:ext uri="{FF2B5EF4-FFF2-40B4-BE49-F238E27FC236}">
                  <a16:creationId xmlns:a16="http://schemas.microsoft.com/office/drawing/2014/main" id="{102117F4-598D-46C3-8A8F-008424EAE98E}"/>
                </a:ext>
              </a:extLst>
            </p:cNvPr>
            <p:cNvGrpSpPr/>
            <p:nvPr/>
          </p:nvGrpSpPr>
          <p:grpSpPr>
            <a:xfrm>
              <a:off x="4508120" y="1844992"/>
              <a:ext cx="7079452" cy="4421971"/>
              <a:chOff x="4212442" y="2153160"/>
              <a:chExt cx="7079452" cy="4421971"/>
            </a:xfrm>
          </p:grpSpPr>
          <p:sp>
            <p:nvSpPr>
              <p:cNvPr id="17" name="矩形: 圆角 16">
                <a:extLst>
                  <a:ext uri="{FF2B5EF4-FFF2-40B4-BE49-F238E27FC236}">
                    <a16:creationId xmlns:a16="http://schemas.microsoft.com/office/drawing/2014/main" id="{AF80F196-F55B-41C0-B2CA-959821D757D7}"/>
                  </a:ext>
                </a:extLst>
              </p:cNvPr>
              <p:cNvSpPr/>
              <p:nvPr/>
            </p:nvSpPr>
            <p:spPr>
              <a:xfrm>
                <a:off x="4604507" y="2159133"/>
                <a:ext cx="1310640" cy="827657"/>
              </a:xfrm>
              <a:prstGeom prst="roundRect">
                <a:avLst/>
              </a:prstGeom>
              <a:ln>
                <a:solidFill>
                  <a:schemeClr val="tx1"/>
                </a:solidFill>
              </a:ln>
            </p:spPr>
            <p:txBody>
              <a:bodyPr wrap="square" rtlCol="0" anchor="ctr">
                <a:noAutofit/>
              </a:bodyPr>
              <a:lstStyle/>
              <a:p>
                <a:pPr algn="ctr">
                  <a:buNone/>
                </a:pPr>
                <a:r>
                  <a:rPr lang="en-US" altLang="zh-CN" dirty="0"/>
                  <a:t>Map converter</a:t>
                </a:r>
                <a:endParaRPr lang="zh-CN" altLang="en-US" dirty="0" err="1"/>
              </a:p>
            </p:txBody>
          </p:sp>
          <p:sp>
            <p:nvSpPr>
              <p:cNvPr id="38" name="矩形: 圆角 37">
                <a:extLst>
                  <a:ext uri="{FF2B5EF4-FFF2-40B4-BE49-F238E27FC236}">
                    <a16:creationId xmlns:a16="http://schemas.microsoft.com/office/drawing/2014/main" id="{4EC2FE5B-9190-440E-8FC1-9001711A1388}"/>
                  </a:ext>
                </a:extLst>
              </p:cNvPr>
              <p:cNvSpPr/>
              <p:nvPr/>
            </p:nvSpPr>
            <p:spPr>
              <a:xfrm>
                <a:off x="4513067" y="4226997"/>
                <a:ext cx="1590040" cy="827657"/>
              </a:xfrm>
              <a:prstGeom prst="roundRect">
                <a:avLst/>
              </a:prstGeom>
              <a:ln>
                <a:solidFill>
                  <a:schemeClr val="tx1"/>
                </a:solidFill>
              </a:ln>
            </p:spPr>
            <p:txBody>
              <a:bodyPr wrap="square" rtlCol="0" anchor="ctr">
                <a:noAutofit/>
              </a:bodyPr>
              <a:lstStyle/>
              <a:p>
                <a:pPr algn="ctr">
                  <a:buNone/>
                </a:pPr>
                <a:r>
                  <a:rPr lang="en-US" altLang="zh-CN" dirty="0"/>
                  <a:t>Resampling and preprocess</a:t>
                </a:r>
                <a:endParaRPr lang="zh-CN" altLang="en-US" dirty="0" err="1"/>
              </a:p>
            </p:txBody>
          </p:sp>
          <p:cxnSp>
            <p:nvCxnSpPr>
              <p:cNvPr id="20" name="连接符: 肘形 19">
                <a:extLst>
                  <a:ext uri="{FF2B5EF4-FFF2-40B4-BE49-F238E27FC236}">
                    <a16:creationId xmlns:a16="http://schemas.microsoft.com/office/drawing/2014/main" id="{121726A2-D161-480C-8D8F-61EF65636BFD}"/>
                  </a:ext>
                </a:extLst>
              </p:cNvPr>
              <p:cNvCxnSpPr>
                <a:cxnSpLocks/>
                <a:stCxn id="38" idx="3"/>
                <a:endCxn id="21" idx="4"/>
              </p:cNvCxnSpPr>
              <p:nvPr/>
            </p:nvCxnSpPr>
            <p:spPr bwMode="auto">
              <a:xfrm flipV="1">
                <a:off x="6103107" y="2707705"/>
                <a:ext cx="375920" cy="1933121"/>
              </a:xfrm>
              <a:prstGeom prst="bentConnector2">
                <a:avLst/>
              </a:prstGeom>
              <a:noFill/>
              <a:ln w="9525" cap="flat" cmpd="sng" algn="ctr">
                <a:solidFill>
                  <a:schemeClr val="tx1"/>
                </a:solidFill>
                <a:prstDash val="solid"/>
                <a:round/>
                <a:headEnd type="none" w="med" len="med"/>
                <a:tailEnd type="triangle"/>
              </a:ln>
              <a:effectLst/>
            </p:spPr>
          </p:cxnSp>
          <p:sp>
            <p:nvSpPr>
              <p:cNvPr id="21" name="流程图: 汇总连接 20">
                <a:extLst>
                  <a:ext uri="{FF2B5EF4-FFF2-40B4-BE49-F238E27FC236}">
                    <a16:creationId xmlns:a16="http://schemas.microsoft.com/office/drawing/2014/main" id="{D717EF71-CB15-4D56-AC8C-96C61F770D07}"/>
                  </a:ext>
                </a:extLst>
              </p:cNvPr>
              <p:cNvSpPr/>
              <p:nvPr/>
            </p:nvSpPr>
            <p:spPr>
              <a:xfrm>
                <a:off x="6331708" y="2428305"/>
                <a:ext cx="294638" cy="279400"/>
              </a:xfrm>
              <a:prstGeom prst="flowChartSummingJunction">
                <a:avLst/>
              </a:prstGeom>
              <a:ln>
                <a:solidFill>
                  <a:schemeClr val="tx1"/>
                </a:solidFill>
              </a:ln>
            </p:spPr>
            <p:txBody>
              <a:bodyPr wrap="square" rtlCol="0" anchor="ctr">
                <a:noAutofit/>
              </a:bodyPr>
              <a:lstStyle/>
              <a:p>
                <a:pPr algn="ctr">
                  <a:buNone/>
                </a:pPr>
                <a:endParaRPr lang="zh-CN" altLang="en-US" dirty="0" err="1"/>
              </a:p>
            </p:txBody>
          </p:sp>
          <p:cxnSp>
            <p:nvCxnSpPr>
              <p:cNvPr id="42" name="直接箭头连接符 41">
                <a:extLst>
                  <a:ext uri="{FF2B5EF4-FFF2-40B4-BE49-F238E27FC236}">
                    <a16:creationId xmlns:a16="http://schemas.microsoft.com/office/drawing/2014/main" id="{A89F3641-7F69-47D9-BA90-5C5215D0FCED}"/>
                  </a:ext>
                </a:extLst>
              </p:cNvPr>
              <p:cNvCxnSpPr>
                <a:stCxn id="17" idx="3"/>
                <a:endCxn id="21" idx="2"/>
              </p:cNvCxnSpPr>
              <p:nvPr/>
            </p:nvCxnSpPr>
            <p:spPr bwMode="auto">
              <a:xfrm flipV="1">
                <a:off x="5915147" y="2568005"/>
                <a:ext cx="416561" cy="4957"/>
              </a:xfrm>
              <a:prstGeom prst="straightConnector1">
                <a:avLst/>
              </a:prstGeom>
              <a:noFill/>
              <a:ln w="9525" cap="flat" cmpd="sng" algn="ctr">
                <a:solidFill>
                  <a:schemeClr val="tx1"/>
                </a:solidFill>
                <a:prstDash val="solid"/>
                <a:round/>
                <a:headEnd type="none" w="med" len="med"/>
                <a:tailEnd type="triangle"/>
              </a:ln>
              <a:effectLst/>
            </p:spPr>
          </p:cxnSp>
          <p:sp>
            <p:nvSpPr>
              <p:cNvPr id="45" name="矩形: 圆角 44">
                <a:extLst>
                  <a:ext uri="{FF2B5EF4-FFF2-40B4-BE49-F238E27FC236}">
                    <a16:creationId xmlns:a16="http://schemas.microsoft.com/office/drawing/2014/main" id="{FCD5FA13-147A-4780-B071-26ED1EB5B662}"/>
                  </a:ext>
                </a:extLst>
              </p:cNvPr>
              <p:cNvSpPr/>
              <p:nvPr/>
            </p:nvSpPr>
            <p:spPr>
              <a:xfrm>
                <a:off x="7183339" y="2153160"/>
                <a:ext cx="1549400" cy="827657"/>
              </a:xfrm>
              <a:prstGeom prst="roundRect">
                <a:avLst/>
              </a:prstGeom>
              <a:ln>
                <a:solidFill>
                  <a:schemeClr val="tx1"/>
                </a:solidFill>
              </a:ln>
            </p:spPr>
            <p:txBody>
              <a:bodyPr wrap="square" rtlCol="0" anchor="ctr">
                <a:noAutofit/>
              </a:bodyPr>
              <a:lstStyle/>
              <a:p>
                <a:pPr algn="ctr">
                  <a:buNone/>
                </a:pPr>
                <a:r>
                  <a:rPr lang="en-US" altLang="zh-CN" dirty="0"/>
                  <a:t>Finding candidate segments</a:t>
                </a:r>
                <a:endParaRPr lang="zh-CN" altLang="en-US" dirty="0" err="1"/>
              </a:p>
            </p:txBody>
          </p:sp>
          <p:cxnSp>
            <p:nvCxnSpPr>
              <p:cNvPr id="46" name="直接箭头连接符 45">
                <a:extLst>
                  <a:ext uri="{FF2B5EF4-FFF2-40B4-BE49-F238E27FC236}">
                    <a16:creationId xmlns:a16="http://schemas.microsoft.com/office/drawing/2014/main" id="{22E648C4-AFF6-40F3-A311-F17D0B978BB4}"/>
                  </a:ext>
                </a:extLst>
              </p:cNvPr>
              <p:cNvCxnSpPr>
                <a:cxnSpLocks/>
                <a:stCxn id="21" idx="6"/>
                <a:endCxn id="45" idx="1"/>
              </p:cNvCxnSpPr>
              <p:nvPr/>
            </p:nvCxnSpPr>
            <p:spPr bwMode="auto">
              <a:xfrm flipV="1">
                <a:off x="6626346" y="2566989"/>
                <a:ext cx="556993" cy="1016"/>
              </a:xfrm>
              <a:prstGeom prst="straightConnector1">
                <a:avLst/>
              </a:prstGeom>
              <a:noFill/>
              <a:ln w="9525" cap="flat" cmpd="sng" algn="ctr">
                <a:solidFill>
                  <a:schemeClr val="tx1"/>
                </a:solidFill>
                <a:prstDash val="solid"/>
                <a:round/>
                <a:headEnd type="none" w="med" len="med"/>
                <a:tailEnd type="triangle"/>
              </a:ln>
              <a:effectLst/>
            </p:spPr>
          </p:cxnSp>
          <p:cxnSp>
            <p:nvCxnSpPr>
              <p:cNvPr id="50" name="直接箭头连接符 49">
                <a:extLst>
                  <a:ext uri="{FF2B5EF4-FFF2-40B4-BE49-F238E27FC236}">
                    <a16:creationId xmlns:a16="http://schemas.microsoft.com/office/drawing/2014/main" id="{81F4282E-A4D0-4718-8E94-06CBAB8796B7}"/>
                  </a:ext>
                </a:extLst>
              </p:cNvPr>
              <p:cNvCxnSpPr>
                <a:cxnSpLocks/>
                <a:stCxn id="45" idx="2"/>
              </p:cNvCxnSpPr>
              <p:nvPr/>
            </p:nvCxnSpPr>
            <p:spPr bwMode="auto">
              <a:xfrm>
                <a:off x="7958039" y="2980817"/>
                <a:ext cx="0" cy="1515034"/>
              </a:xfrm>
              <a:prstGeom prst="straightConnector1">
                <a:avLst/>
              </a:prstGeom>
              <a:noFill/>
              <a:ln w="9525" cap="flat" cmpd="sng" algn="ctr">
                <a:solidFill>
                  <a:schemeClr val="tx1"/>
                </a:solidFill>
                <a:prstDash val="solid"/>
                <a:round/>
                <a:headEnd type="none" w="med" len="med"/>
                <a:tailEnd type="triangle"/>
              </a:ln>
              <a:effectLst/>
            </p:spPr>
          </p:cxnSp>
          <p:cxnSp>
            <p:nvCxnSpPr>
              <p:cNvPr id="55" name="直接箭头连接符 54">
                <a:extLst>
                  <a:ext uri="{FF2B5EF4-FFF2-40B4-BE49-F238E27FC236}">
                    <a16:creationId xmlns:a16="http://schemas.microsoft.com/office/drawing/2014/main" id="{70DC09BD-3F98-4167-A45F-89E55226DEF5}"/>
                  </a:ext>
                </a:extLst>
              </p:cNvPr>
              <p:cNvCxnSpPr>
                <a:cxnSpLocks/>
                <a:stCxn id="38" idx="3"/>
              </p:cNvCxnSpPr>
              <p:nvPr/>
            </p:nvCxnSpPr>
            <p:spPr bwMode="auto">
              <a:xfrm>
                <a:off x="6103107" y="4640826"/>
                <a:ext cx="1700246" cy="2345"/>
              </a:xfrm>
              <a:prstGeom prst="straightConnector1">
                <a:avLst/>
              </a:prstGeom>
              <a:noFill/>
              <a:ln w="9525" cap="flat" cmpd="sng" algn="ctr">
                <a:solidFill>
                  <a:schemeClr val="tx1"/>
                </a:solidFill>
                <a:prstDash val="solid"/>
                <a:round/>
                <a:headEnd type="none" w="med" len="med"/>
                <a:tailEnd type="triangle"/>
              </a:ln>
              <a:effectLst/>
            </p:spPr>
          </p:cxnSp>
          <p:sp>
            <p:nvSpPr>
              <p:cNvPr id="58" name="矩形: 圆角 57">
                <a:extLst>
                  <a:ext uri="{FF2B5EF4-FFF2-40B4-BE49-F238E27FC236}">
                    <a16:creationId xmlns:a16="http://schemas.microsoft.com/office/drawing/2014/main" id="{F091745A-6DFB-4C03-975F-ACFD6B769C79}"/>
                  </a:ext>
                </a:extLst>
              </p:cNvPr>
              <p:cNvSpPr/>
              <p:nvPr/>
            </p:nvSpPr>
            <p:spPr>
              <a:xfrm>
                <a:off x="9061232" y="4353805"/>
                <a:ext cx="1756734" cy="574040"/>
              </a:xfrm>
              <a:prstGeom prst="roundRect">
                <a:avLst/>
              </a:prstGeom>
              <a:ln>
                <a:solidFill>
                  <a:schemeClr val="tx1"/>
                </a:solidFill>
              </a:ln>
            </p:spPr>
            <p:txBody>
              <a:bodyPr wrap="square" rtlCol="0" anchor="ctr">
                <a:noAutofit/>
              </a:bodyPr>
              <a:lstStyle/>
              <a:p>
                <a:pPr algn="ctr">
                  <a:buNone/>
                </a:pPr>
                <a:r>
                  <a:rPr lang="en-US" altLang="zh-CN" dirty="0"/>
                  <a:t>Measurement probabilities</a:t>
                </a:r>
                <a:endParaRPr lang="zh-CN" altLang="en-US" dirty="0" err="1"/>
              </a:p>
            </p:txBody>
          </p:sp>
          <p:cxnSp>
            <p:nvCxnSpPr>
              <p:cNvPr id="59" name="直接箭头连接符 58">
                <a:extLst>
                  <a:ext uri="{FF2B5EF4-FFF2-40B4-BE49-F238E27FC236}">
                    <a16:creationId xmlns:a16="http://schemas.microsoft.com/office/drawing/2014/main" id="{6B4143E7-4182-40BD-B10A-CCEEAAF4EFE4}"/>
                  </a:ext>
                </a:extLst>
              </p:cNvPr>
              <p:cNvCxnSpPr>
                <a:cxnSpLocks/>
                <a:endCxn id="58" idx="1"/>
              </p:cNvCxnSpPr>
              <p:nvPr/>
            </p:nvCxnSpPr>
            <p:spPr bwMode="auto">
              <a:xfrm flipV="1">
                <a:off x="8112724" y="4640825"/>
                <a:ext cx="948508" cy="2346"/>
              </a:xfrm>
              <a:prstGeom prst="straightConnector1">
                <a:avLst/>
              </a:prstGeom>
              <a:noFill/>
              <a:ln w="9525" cap="flat" cmpd="sng" algn="ctr">
                <a:solidFill>
                  <a:schemeClr val="tx1"/>
                </a:solidFill>
                <a:prstDash val="solid"/>
                <a:round/>
                <a:headEnd type="none" w="med" len="med"/>
                <a:tailEnd type="triangle"/>
              </a:ln>
              <a:effectLst/>
            </p:spPr>
          </p:cxnSp>
          <p:sp>
            <p:nvSpPr>
              <p:cNvPr id="63" name="矩形: 圆角 62">
                <a:extLst>
                  <a:ext uri="{FF2B5EF4-FFF2-40B4-BE49-F238E27FC236}">
                    <a16:creationId xmlns:a16="http://schemas.microsoft.com/office/drawing/2014/main" id="{D02A3FC2-A18E-410D-8C38-1EDF0A41B7D1}"/>
                  </a:ext>
                </a:extLst>
              </p:cNvPr>
              <p:cNvSpPr/>
              <p:nvPr/>
            </p:nvSpPr>
            <p:spPr>
              <a:xfrm>
                <a:off x="9061232" y="2279968"/>
                <a:ext cx="1756734" cy="574040"/>
              </a:xfrm>
              <a:prstGeom prst="roundRect">
                <a:avLst/>
              </a:prstGeom>
              <a:ln>
                <a:solidFill>
                  <a:schemeClr val="tx1"/>
                </a:solidFill>
              </a:ln>
            </p:spPr>
            <p:txBody>
              <a:bodyPr wrap="square" rtlCol="0" anchor="ctr">
                <a:noAutofit/>
              </a:bodyPr>
              <a:lstStyle/>
              <a:p>
                <a:pPr algn="ctr">
                  <a:buNone/>
                </a:pPr>
                <a:r>
                  <a:rPr lang="en-US" altLang="zh-CN" dirty="0"/>
                  <a:t>Transfer probabilities</a:t>
                </a:r>
                <a:endParaRPr lang="zh-CN" altLang="en-US" dirty="0" err="1"/>
              </a:p>
            </p:txBody>
          </p:sp>
          <p:cxnSp>
            <p:nvCxnSpPr>
              <p:cNvPr id="65" name="直接箭头连接符 64">
                <a:extLst>
                  <a:ext uri="{FF2B5EF4-FFF2-40B4-BE49-F238E27FC236}">
                    <a16:creationId xmlns:a16="http://schemas.microsoft.com/office/drawing/2014/main" id="{23CBE4ED-8B86-4B5D-953E-0D0761999A15}"/>
                  </a:ext>
                </a:extLst>
              </p:cNvPr>
              <p:cNvCxnSpPr>
                <a:cxnSpLocks/>
                <a:stCxn id="45" idx="3"/>
                <a:endCxn id="63" idx="1"/>
              </p:cNvCxnSpPr>
              <p:nvPr/>
            </p:nvCxnSpPr>
            <p:spPr bwMode="auto">
              <a:xfrm flipV="1">
                <a:off x="8732739" y="2566988"/>
                <a:ext cx="328493" cy="1"/>
              </a:xfrm>
              <a:prstGeom prst="straightConnector1">
                <a:avLst/>
              </a:prstGeom>
              <a:noFill/>
              <a:ln w="9525" cap="flat" cmpd="sng" algn="ctr">
                <a:solidFill>
                  <a:schemeClr val="tx1"/>
                </a:solidFill>
                <a:prstDash val="solid"/>
                <a:round/>
                <a:headEnd type="none" w="med" len="med"/>
                <a:tailEnd type="triangle"/>
              </a:ln>
              <a:effectLst/>
            </p:spPr>
          </p:cxnSp>
          <p:sp>
            <p:nvSpPr>
              <p:cNvPr id="68" name="流程图: 汇总连接 67">
                <a:extLst>
                  <a:ext uri="{FF2B5EF4-FFF2-40B4-BE49-F238E27FC236}">
                    <a16:creationId xmlns:a16="http://schemas.microsoft.com/office/drawing/2014/main" id="{2C2E66B9-7F73-439A-9B6A-710C3E76EE12}"/>
                  </a:ext>
                </a:extLst>
              </p:cNvPr>
              <p:cNvSpPr/>
              <p:nvPr/>
            </p:nvSpPr>
            <p:spPr>
              <a:xfrm>
                <a:off x="9792280" y="3366021"/>
                <a:ext cx="294638" cy="279400"/>
              </a:xfrm>
              <a:prstGeom prst="flowChartSummingJunction">
                <a:avLst/>
              </a:prstGeom>
              <a:ln>
                <a:solidFill>
                  <a:schemeClr val="tx1"/>
                </a:solidFill>
              </a:ln>
            </p:spPr>
            <p:txBody>
              <a:bodyPr wrap="square" rtlCol="0" anchor="ctr">
                <a:noAutofit/>
              </a:bodyPr>
              <a:lstStyle/>
              <a:p>
                <a:pPr algn="ctr">
                  <a:buNone/>
                </a:pPr>
                <a:endParaRPr lang="zh-CN" altLang="en-US" dirty="0" err="1"/>
              </a:p>
            </p:txBody>
          </p:sp>
          <p:cxnSp>
            <p:nvCxnSpPr>
              <p:cNvPr id="69" name="直接箭头连接符 68">
                <a:extLst>
                  <a:ext uri="{FF2B5EF4-FFF2-40B4-BE49-F238E27FC236}">
                    <a16:creationId xmlns:a16="http://schemas.microsoft.com/office/drawing/2014/main" id="{15E2055A-F6A1-40EB-BA49-3083D16D8BD1}"/>
                  </a:ext>
                </a:extLst>
              </p:cNvPr>
              <p:cNvCxnSpPr>
                <a:cxnSpLocks/>
                <a:stCxn id="63" idx="2"/>
                <a:endCxn id="68" idx="0"/>
              </p:cNvCxnSpPr>
              <p:nvPr/>
            </p:nvCxnSpPr>
            <p:spPr bwMode="auto">
              <a:xfrm>
                <a:off x="9939599" y="2854008"/>
                <a:ext cx="0" cy="512013"/>
              </a:xfrm>
              <a:prstGeom prst="straightConnector1">
                <a:avLst/>
              </a:prstGeom>
              <a:noFill/>
              <a:ln w="9525" cap="flat" cmpd="sng" algn="ctr">
                <a:solidFill>
                  <a:schemeClr val="tx1"/>
                </a:solidFill>
                <a:prstDash val="solid"/>
                <a:round/>
                <a:headEnd type="none" w="med" len="med"/>
                <a:tailEnd type="triangle"/>
              </a:ln>
              <a:effectLst/>
            </p:spPr>
          </p:cxnSp>
          <p:cxnSp>
            <p:nvCxnSpPr>
              <p:cNvPr id="72" name="直接箭头连接符 71">
                <a:extLst>
                  <a:ext uri="{FF2B5EF4-FFF2-40B4-BE49-F238E27FC236}">
                    <a16:creationId xmlns:a16="http://schemas.microsoft.com/office/drawing/2014/main" id="{93D03A47-C55B-49C3-86F1-8540BA92911A}"/>
                  </a:ext>
                </a:extLst>
              </p:cNvPr>
              <p:cNvCxnSpPr>
                <a:cxnSpLocks/>
                <a:stCxn id="58" idx="0"/>
                <a:endCxn id="68" idx="4"/>
              </p:cNvCxnSpPr>
              <p:nvPr/>
            </p:nvCxnSpPr>
            <p:spPr bwMode="auto">
              <a:xfrm flipV="1">
                <a:off x="9939599" y="3645421"/>
                <a:ext cx="0" cy="708384"/>
              </a:xfrm>
              <a:prstGeom prst="straightConnector1">
                <a:avLst/>
              </a:prstGeom>
              <a:noFill/>
              <a:ln w="9525" cap="flat" cmpd="sng" algn="ctr">
                <a:solidFill>
                  <a:schemeClr val="tx1"/>
                </a:solidFill>
                <a:prstDash val="solid"/>
                <a:round/>
                <a:headEnd type="none" w="med" len="med"/>
                <a:tailEnd type="triangle"/>
              </a:ln>
              <a:effectLst/>
            </p:spPr>
          </p:cxnSp>
          <p:cxnSp>
            <p:nvCxnSpPr>
              <p:cNvPr id="76" name="连接符: 肘形 75">
                <a:extLst>
                  <a:ext uri="{FF2B5EF4-FFF2-40B4-BE49-F238E27FC236}">
                    <a16:creationId xmlns:a16="http://schemas.microsoft.com/office/drawing/2014/main" id="{AC470AE8-71B5-4D37-90A3-B921AD262ABF}"/>
                  </a:ext>
                </a:extLst>
              </p:cNvPr>
              <p:cNvCxnSpPr>
                <a:cxnSpLocks/>
                <a:stCxn id="68" idx="6"/>
                <a:endCxn id="77" idx="3"/>
              </p:cNvCxnSpPr>
              <p:nvPr/>
            </p:nvCxnSpPr>
            <p:spPr bwMode="auto">
              <a:xfrm>
                <a:off x="10086918" y="3505721"/>
                <a:ext cx="1204976" cy="2574118"/>
              </a:xfrm>
              <a:prstGeom prst="bentConnector3">
                <a:avLst>
                  <a:gd name="adj1" fmla="val 118971"/>
                </a:avLst>
              </a:prstGeom>
              <a:noFill/>
              <a:ln w="9525" cap="flat" cmpd="sng" algn="ctr">
                <a:solidFill>
                  <a:schemeClr val="tx1"/>
                </a:solidFill>
                <a:prstDash val="solid"/>
                <a:round/>
                <a:headEnd type="none" w="med" len="med"/>
                <a:tailEnd type="triangle"/>
              </a:ln>
              <a:effectLst/>
            </p:spPr>
          </p:cxnSp>
          <p:sp>
            <p:nvSpPr>
              <p:cNvPr id="77" name="矩形: 圆角 76">
                <a:extLst>
                  <a:ext uri="{FF2B5EF4-FFF2-40B4-BE49-F238E27FC236}">
                    <a16:creationId xmlns:a16="http://schemas.microsoft.com/office/drawing/2014/main" id="{A17DCF68-8E17-4922-A302-193D91E756A5}"/>
                  </a:ext>
                </a:extLst>
              </p:cNvPr>
              <p:cNvSpPr/>
              <p:nvPr/>
            </p:nvSpPr>
            <p:spPr>
              <a:xfrm>
                <a:off x="7298577" y="5773719"/>
                <a:ext cx="3993317" cy="612239"/>
              </a:xfrm>
              <a:prstGeom prst="roundRect">
                <a:avLst/>
              </a:prstGeom>
              <a:ln>
                <a:solidFill>
                  <a:schemeClr val="tx1"/>
                </a:solidFill>
              </a:ln>
            </p:spPr>
            <p:txBody>
              <a:bodyPr wrap="square" rtlCol="0" anchor="ctr">
                <a:noAutofit/>
              </a:bodyPr>
              <a:lstStyle/>
              <a:p>
                <a:pPr algn="ctr">
                  <a:buNone/>
                </a:pPr>
                <a:r>
                  <a:rPr lang="en-US" altLang="zh-CN" dirty="0"/>
                  <a:t>Viterbi: finding optimal path</a:t>
                </a:r>
                <a:endParaRPr lang="zh-CN" altLang="en-US" dirty="0" err="1"/>
              </a:p>
            </p:txBody>
          </p:sp>
          <p:cxnSp>
            <p:nvCxnSpPr>
              <p:cNvPr id="82" name="直接箭头连接符 81">
                <a:extLst>
                  <a:ext uri="{FF2B5EF4-FFF2-40B4-BE49-F238E27FC236}">
                    <a16:creationId xmlns:a16="http://schemas.microsoft.com/office/drawing/2014/main" id="{32A0F334-8F70-4B3F-BF73-E2B9E08941AF}"/>
                  </a:ext>
                </a:extLst>
              </p:cNvPr>
              <p:cNvCxnSpPr>
                <a:cxnSpLocks/>
                <a:stCxn id="77" idx="1"/>
                <a:endCxn id="83" idx="6"/>
              </p:cNvCxnSpPr>
              <p:nvPr/>
            </p:nvCxnSpPr>
            <p:spPr bwMode="auto">
              <a:xfrm flipH="1" flipV="1">
                <a:off x="6904842" y="6079838"/>
                <a:ext cx="393735" cy="1"/>
              </a:xfrm>
              <a:prstGeom prst="straightConnector1">
                <a:avLst/>
              </a:prstGeom>
              <a:noFill/>
              <a:ln w="9525" cap="flat" cmpd="sng" algn="ctr">
                <a:solidFill>
                  <a:schemeClr val="tx1"/>
                </a:solidFill>
                <a:prstDash val="solid"/>
                <a:round/>
                <a:headEnd type="none" w="med" len="med"/>
                <a:tailEnd type="triangle"/>
              </a:ln>
              <a:effectLst/>
            </p:spPr>
          </p:cxnSp>
          <p:sp>
            <p:nvSpPr>
              <p:cNvPr id="83" name="椭圆 82">
                <a:extLst>
                  <a:ext uri="{FF2B5EF4-FFF2-40B4-BE49-F238E27FC236}">
                    <a16:creationId xmlns:a16="http://schemas.microsoft.com/office/drawing/2014/main" id="{EBB650BF-FEB0-4D7E-90DB-DE3606371FE8}"/>
                  </a:ext>
                </a:extLst>
              </p:cNvPr>
              <p:cNvSpPr/>
              <p:nvPr/>
            </p:nvSpPr>
            <p:spPr>
              <a:xfrm>
                <a:off x="4212442" y="5584544"/>
                <a:ext cx="2692400" cy="990587"/>
              </a:xfrm>
              <a:prstGeom prst="ellipse">
                <a:avLst/>
              </a:prstGeom>
              <a:ln>
                <a:solidFill>
                  <a:schemeClr val="tx1"/>
                </a:solidFill>
              </a:ln>
            </p:spPr>
            <p:txBody>
              <a:bodyPr wrap="square" rtlCol="0" anchor="ctr">
                <a:noAutofit/>
              </a:bodyPr>
              <a:lstStyle/>
              <a:p>
                <a:pPr algn="ctr">
                  <a:buNone/>
                </a:pPr>
                <a:r>
                  <a:rPr lang="en-US" altLang="zh-CN" dirty="0"/>
                  <a:t>Optimal path with confidence probability</a:t>
                </a:r>
                <a:endParaRPr lang="zh-CN" altLang="en-US" dirty="0" err="1"/>
              </a:p>
            </p:txBody>
          </p:sp>
        </p:grpSp>
        <p:cxnSp>
          <p:nvCxnSpPr>
            <p:cNvPr id="18" name="直接箭头连接符 17">
              <a:extLst>
                <a:ext uri="{FF2B5EF4-FFF2-40B4-BE49-F238E27FC236}">
                  <a16:creationId xmlns:a16="http://schemas.microsoft.com/office/drawing/2014/main" id="{25C6963D-BFBC-44EB-B9B4-57CAC5D5D25D}"/>
                </a:ext>
              </a:extLst>
            </p:cNvPr>
            <p:cNvCxnSpPr>
              <a:cxnSpLocks/>
              <a:endCxn id="17" idx="1"/>
            </p:cNvCxnSpPr>
            <p:nvPr/>
          </p:nvCxnSpPr>
          <p:spPr bwMode="auto">
            <a:xfrm>
              <a:off x="4028108" y="2258820"/>
              <a:ext cx="872077" cy="5974"/>
            </a:xfrm>
            <a:prstGeom prst="straightConnector1">
              <a:avLst/>
            </a:prstGeom>
            <a:noFill/>
            <a:ln w="9525" cap="flat" cmpd="sng" algn="ctr">
              <a:solidFill>
                <a:schemeClr val="tx1"/>
              </a:solidFill>
              <a:prstDash val="solid"/>
              <a:round/>
              <a:headEnd type="none" w="med" len="med"/>
              <a:tailEnd type="triangle"/>
            </a:ln>
            <a:effectLst/>
          </p:spPr>
        </p:cxnSp>
        <p:cxnSp>
          <p:nvCxnSpPr>
            <p:cNvPr id="48" name="直接箭头连接符 47">
              <a:extLst>
                <a:ext uri="{FF2B5EF4-FFF2-40B4-BE49-F238E27FC236}">
                  <a16:creationId xmlns:a16="http://schemas.microsoft.com/office/drawing/2014/main" id="{1104A95F-B29F-4270-8BCE-5CE357441AF2}"/>
                </a:ext>
              </a:extLst>
            </p:cNvPr>
            <p:cNvCxnSpPr>
              <a:cxnSpLocks/>
              <a:endCxn id="38" idx="1"/>
            </p:cNvCxnSpPr>
            <p:nvPr/>
          </p:nvCxnSpPr>
          <p:spPr bwMode="auto">
            <a:xfrm>
              <a:off x="4069517" y="4332657"/>
              <a:ext cx="739228" cy="1"/>
            </a:xfrm>
            <a:prstGeom prst="straightConnector1">
              <a:avLst/>
            </a:prstGeom>
            <a:noFill/>
            <a:ln w="9525" cap="flat" cmpd="sng" algn="ctr">
              <a:solidFill>
                <a:schemeClr val="tx1"/>
              </a:solidFill>
              <a:prstDash val="solid"/>
              <a:round/>
              <a:headEnd type="none" w="med" len="med"/>
              <a:tailEnd type="triangle"/>
            </a:ln>
            <a:effectLst/>
          </p:spPr>
        </p:cxnSp>
      </p:grpSp>
      <p:sp>
        <p:nvSpPr>
          <p:cNvPr id="4" name="流程图: 汇总连接 3">
            <a:extLst>
              <a:ext uri="{FF2B5EF4-FFF2-40B4-BE49-F238E27FC236}">
                <a16:creationId xmlns:a16="http://schemas.microsoft.com/office/drawing/2014/main" id="{BED154B9-F9D3-CB30-F8C9-D0BAC23459A8}"/>
              </a:ext>
            </a:extLst>
          </p:cNvPr>
          <p:cNvSpPr/>
          <p:nvPr/>
        </p:nvSpPr>
        <p:spPr>
          <a:xfrm>
            <a:off x="8213031" y="3994535"/>
            <a:ext cx="294638" cy="279400"/>
          </a:xfrm>
          <a:prstGeom prst="flowChartSummingJunction">
            <a:avLst/>
          </a:prstGeom>
          <a:ln>
            <a:solidFill>
              <a:schemeClr val="tx1"/>
            </a:solidFill>
          </a:ln>
        </p:spPr>
        <p:txBody>
          <a:bodyPr wrap="square" rtlCol="0" anchor="ctr">
            <a:noAutofit/>
          </a:bodyPr>
          <a:lstStyle/>
          <a:p>
            <a:pPr algn="ctr">
              <a:buNone/>
            </a:pPr>
            <a:endParaRPr lang="zh-CN" altLang="en-US" dirty="0" err="1"/>
          </a:p>
        </p:txBody>
      </p:sp>
    </p:spTree>
    <p:extLst>
      <p:ext uri="{BB962C8B-B14F-4D97-AF65-F5344CB8AC3E}">
        <p14:creationId xmlns:p14="http://schemas.microsoft.com/office/powerpoint/2010/main" val="2166737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0A390F-FF93-50D7-912E-A963B0286A82}"/>
              </a:ext>
            </a:extLst>
          </p:cNvPr>
          <p:cNvSpPr txBox="1">
            <a:spLocks/>
          </p:cNvSpPr>
          <p:nvPr/>
        </p:nvSpPr>
        <p:spPr>
          <a:xfrm>
            <a:off x="3764607" y="115848"/>
            <a:ext cx="8030344" cy="1052736"/>
          </a:xfrm>
          <a:prstGeom prst="rect">
            <a:avLst/>
          </a:prstGeom>
        </p:spPr>
        <p:txBody>
          <a:bodyPr/>
          <a:lstStyle>
            <a:lvl1pPr algn="ctr" rtl="0" eaLnBrk="1" fontAlgn="base" hangingPunct="1">
              <a:spcBef>
                <a:spcPct val="0"/>
              </a:spcBef>
              <a:spcAft>
                <a:spcPct val="0"/>
              </a:spcAft>
              <a:defRPr sz="4400" b="1">
                <a:solidFill>
                  <a:schemeClr val="tx1"/>
                </a:solidFill>
                <a:latin typeface="+mj-lt"/>
                <a:ea typeface="ＭＳ Ｐゴシック" charset="0"/>
                <a:cs typeface="+mj-cs"/>
              </a:defRPr>
            </a:lvl1pPr>
            <a:lvl2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2pPr>
            <a:lvl3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3pPr>
            <a:lvl4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4pPr>
            <a:lvl5pPr algn="ctr" rtl="0" eaLnBrk="1" fontAlgn="base" hangingPunct="1">
              <a:spcBef>
                <a:spcPct val="0"/>
              </a:spcBef>
              <a:spcAft>
                <a:spcPct val="0"/>
              </a:spcAft>
              <a:defRPr sz="4000" b="1">
                <a:solidFill>
                  <a:schemeClr val="tx1"/>
                </a:solidFill>
                <a:latin typeface="Calibri" pitchFamily="34" charset="0"/>
                <a:ea typeface="ＭＳ Ｐゴシック" charset="0"/>
                <a:cs typeface="Arial" charset="0"/>
              </a:defRPr>
            </a:lvl5pPr>
            <a:lvl6pPr marL="457200" algn="ctr" rtl="0" eaLnBrk="1" fontAlgn="base" hangingPunct="1">
              <a:spcBef>
                <a:spcPct val="0"/>
              </a:spcBef>
              <a:spcAft>
                <a:spcPct val="0"/>
              </a:spcAft>
              <a:defRPr sz="4000" b="1">
                <a:solidFill>
                  <a:schemeClr val="tx1"/>
                </a:solidFill>
                <a:latin typeface="Calibri" pitchFamily="34" charset="0"/>
                <a:cs typeface="Arial" charset="0"/>
              </a:defRPr>
            </a:lvl6pPr>
            <a:lvl7pPr marL="914400" algn="ctr" rtl="0" eaLnBrk="1" fontAlgn="base" hangingPunct="1">
              <a:spcBef>
                <a:spcPct val="0"/>
              </a:spcBef>
              <a:spcAft>
                <a:spcPct val="0"/>
              </a:spcAft>
              <a:defRPr sz="4000" b="1">
                <a:solidFill>
                  <a:schemeClr val="tx1"/>
                </a:solidFill>
                <a:latin typeface="Calibri" pitchFamily="34" charset="0"/>
                <a:cs typeface="Arial" charset="0"/>
              </a:defRPr>
            </a:lvl7pPr>
            <a:lvl8pPr marL="1371600" algn="ctr" rtl="0" eaLnBrk="1" fontAlgn="base" hangingPunct="1">
              <a:spcBef>
                <a:spcPct val="0"/>
              </a:spcBef>
              <a:spcAft>
                <a:spcPct val="0"/>
              </a:spcAft>
              <a:defRPr sz="4000" b="1">
                <a:solidFill>
                  <a:schemeClr val="tx1"/>
                </a:solidFill>
                <a:latin typeface="Calibri" pitchFamily="34" charset="0"/>
                <a:cs typeface="Arial" charset="0"/>
              </a:defRPr>
            </a:lvl8pPr>
            <a:lvl9pPr marL="1828800" algn="ctr" rtl="0" eaLnBrk="1" fontAlgn="base" hangingPunct="1">
              <a:spcBef>
                <a:spcPct val="0"/>
              </a:spcBef>
              <a:spcAft>
                <a:spcPct val="0"/>
              </a:spcAft>
              <a:defRPr sz="4000" b="1">
                <a:solidFill>
                  <a:schemeClr val="tx1"/>
                </a:solidFill>
                <a:latin typeface="Calibri" pitchFamily="34" charset="0"/>
                <a:cs typeface="Arial" charset="0"/>
              </a:defRPr>
            </a:lvl9pPr>
          </a:lstStyle>
          <a:p>
            <a:r>
              <a:rPr lang="en-US" altLang="zh-CN" kern="0" dirty="0">
                <a:latin typeface="Arial" panose="020B0604020202020204" pitchFamily="34" charset="0"/>
                <a:ea typeface="黑体" panose="02010609060101010101" pitchFamily="49" charset="-122"/>
              </a:rPr>
              <a:t> Experiments</a:t>
            </a:r>
            <a:endParaRPr lang="zh-CN" altLang="en-US" kern="0" dirty="0">
              <a:latin typeface="Arial" panose="020B0604020202020204" pitchFamily="34" charset="0"/>
              <a:ea typeface="黑体" panose="02010609060101010101" pitchFamily="49" charset="-122"/>
            </a:endParaRPr>
          </a:p>
        </p:txBody>
      </p:sp>
      <p:pic>
        <p:nvPicPr>
          <p:cNvPr id="4" name="图片 3">
            <a:extLst>
              <a:ext uri="{FF2B5EF4-FFF2-40B4-BE49-F238E27FC236}">
                <a16:creationId xmlns:a16="http://schemas.microsoft.com/office/drawing/2014/main" id="{89BE7A6C-7A8D-475B-89CB-08C8ECC962EF}"/>
              </a:ext>
            </a:extLst>
          </p:cNvPr>
          <p:cNvPicPr>
            <a:picLocks noChangeAspect="1"/>
          </p:cNvPicPr>
          <p:nvPr/>
        </p:nvPicPr>
        <p:blipFill>
          <a:blip r:embed="rId3"/>
          <a:stretch>
            <a:fillRect/>
          </a:stretch>
        </p:blipFill>
        <p:spPr>
          <a:xfrm>
            <a:off x="3512781" y="1557324"/>
            <a:ext cx="8806920" cy="2073528"/>
          </a:xfrm>
          <a:prstGeom prst="rect">
            <a:avLst/>
          </a:prstGeom>
        </p:spPr>
      </p:pic>
      <p:pic>
        <p:nvPicPr>
          <p:cNvPr id="18" name="图片 17">
            <a:extLst>
              <a:ext uri="{FF2B5EF4-FFF2-40B4-BE49-F238E27FC236}">
                <a16:creationId xmlns:a16="http://schemas.microsoft.com/office/drawing/2014/main" id="{87544D66-7D36-4700-AE0E-693AE424B3D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a:xfrm>
            <a:off x="4992934" y="3791513"/>
            <a:ext cx="6080918" cy="2722993"/>
          </a:xfrm>
          <a:prstGeom prst="rect">
            <a:avLst/>
          </a:prstGeom>
          <a:noFill/>
        </p:spPr>
      </p:pic>
      <p:grpSp>
        <p:nvGrpSpPr>
          <p:cNvPr id="3" name="组合 2">
            <a:extLst>
              <a:ext uri="{FF2B5EF4-FFF2-40B4-BE49-F238E27FC236}">
                <a16:creationId xmlns:a16="http://schemas.microsoft.com/office/drawing/2014/main" id="{E31C8852-F6DE-CEA7-F4FD-E6E28CD7C762}"/>
              </a:ext>
            </a:extLst>
          </p:cNvPr>
          <p:cNvGrpSpPr/>
          <p:nvPr/>
        </p:nvGrpSpPr>
        <p:grpSpPr>
          <a:xfrm>
            <a:off x="947352" y="1443366"/>
            <a:ext cx="3184550" cy="2749372"/>
            <a:chOff x="7757662" y="994295"/>
            <a:chExt cx="3184550" cy="2749372"/>
          </a:xfrm>
        </p:grpSpPr>
        <p:grpSp>
          <p:nvGrpSpPr>
            <p:cNvPr id="5" name="组合 4">
              <a:extLst>
                <a:ext uri="{FF2B5EF4-FFF2-40B4-BE49-F238E27FC236}">
                  <a16:creationId xmlns:a16="http://schemas.microsoft.com/office/drawing/2014/main" id="{EA02004D-2688-FDFD-E6E5-1815FE3AE56D}"/>
                </a:ext>
              </a:extLst>
            </p:cNvPr>
            <p:cNvGrpSpPr/>
            <p:nvPr/>
          </p:nvGrpSpPr>
          <p:grpSpPr>
            <a:xfrm>
              <a:off x="7757662" y="1572257"/>
              <a:ext cx="2109217" cy="2171410"/>
              <a:chOff x="6719800" y="989399"/>
              <a:chExt cx="2109217" cy="2171410"/>
            </a:xfrm>
          </p:grpSpPr>
          <p:sp>
            <p:nvSpPr>
              <p:cNvPr id="14" name="椭圆 13">
                <a:extLst>
                  <a:ext uri="{FF2B5EF4-FFF2-40B4-BE49-F238E27FC236}">
                    <a16:creationId xmlns:a16="http://schemas.microsoft.com/office/drawing/2014/main" id="{676CA1EE-9410-0DEC-F338-C94C51A56CB3}"/>
                  </a:ext>
                </a:extLst>
              </p:cNvPr>
              <p:cNvSpPr/>
              <p:nvPr/>
            </p:nvSpPr>
            <p:spPr>
              <a:xfrm rot="2286178">
                <a:off x="7205711" y="989399"/>
                <a:ext cx="1037612" cy="2094901"/>
              </a:xfrm>
              <a:prstGeom prst="ellips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a:extLst>
                  <a:ext uri="{FF2B5EF4-FFF2-40B4-BE49-F238E27FC236}">
                    <a16:creationId xmlns:a16="http://schemas.microsoft.com/office/drawing/2014/main" id="{920819B2-6EF0-A93D-BD61-34418D28F698}"/>
                  </a:ext>
                </a:extLst>
              </p:cNvPr>
              <p:cNvSpPr/>
              <p:nvPr/>
            </p:nvSpPr>
            <p:spPr>
              <a:xfrm>
                <a:off x="7650465" y="1955399"/>
                <a:ext cx="243190" cy="24319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80C031B0-371E-A1BF-CC62-8514CB5E9D90}"/>
                  </a:ext>
                </a:extLst>
              </p:cNvPr>
              <p:cNvCxnSpPr>
                <a:cxnSpLocks/>
              </p:cNvCxnSpPr>
              <p:nvPr/>
            </p:nvCxnSpPr>
            <p:spPr>
              <a:xfrm flipV="1">
                <a:off x="7986357" y="2126581"/>
                <a:ext cx="604209" cy="733141"/>
              </a:xfrm>
              <a:prstGeom prst="line">
                <a:avLst/>
              </a:prstGeom>
              <a:ln w="38100"/>
            </p:spPr>
            <p:style>
              <a:lnRef idx="3">
                <a:schemeClr val="dk1"/>
              </a:lnRef>
              <a:fillRef idx="0">
                <a:schemeClr val="dk1"/>
              </a:fillRef>
              <a:effectRef idx="2">
                <a:schemeClr val="dk1"/>
              </a:effectRef>
              <a:fontRef idx="minor">
                <a:schemeClr val="tx1"/>
              </a:fontRef>
            </p:style>
          </p:cxnSp>
          <p:cxnSp>
            <p:nvCxnSpPr>
              <p:cNvPr id="17" name="直接箭头连接符 16">
                <a:extLst>
                  <a:ext uri="{FF2B5EF4-FFF2-40B4-BE49-F238E27FC236}">
                    <a16:creationId xmlns:a16="http://schemas.microsoft.com/office/drawing/2014/main" id="{ABCB47B7-E126-BC96-D25B-CF481F4CB4A2}"/>
                  </a:ext>
                </a:extLst>
              </p:cNvPr>
              <p:cNvCxnSpPr>
                <a:cxnSpLocks/>
              </p:cNvCxnSpPr>
              <p:nvPr/>
            </p:nvCxnSpPr>
            <p:spPr bwMode="auto">
              <a:xfrm flipV="1">
                <a:off x="7772060" y="1415861"/>
                <a:ext cx="428595" cy="661133"/>
              </a:xfrm>
              <a:prstGeom prst="straightConnector1">
                <a:avLst/>
              </a:prstGeom>
              <a:noFill/>
              <a:ln w="9525" cap="flat" cmpd="sng" algn="ctr">
                <a:solidFill>
                  <a:schemeClr val="tx1"/>
                </a:solidFill>
                <a:prstDash val="solid"/>
                <a:round/>
                <a:headEnd type="none" w="med" len="med"/>
                <a:tailEnd type="triangle"/>
              </a:ln>
              <a:effectLst/>
            </p:spPr>
          </p:cxnSp>
          <p:sp>
            <p:nvSpPr>
              <p:cNvPr id="19" name="椭圆 18">
                <a:extLst>
                  <a:ext uri="{FF2B5EF4-FFF2-40B4-BE49-F238E27FC236}">
                    <a16:creationId xmlns:a16="http://schemas.microsoft.com/office/drawing/2014/main" id="{CE0B3D43-CD93-6C28-FFD0-FAF3778CDC0E}"/>
                  </a:ext>
                </a:extLst>
              </p:cNvPr>
              <p:cNvSpPr/>
              <p:nvPr/>
            </p:nvSpPr>
            <p:spPr>
              <a:xfrm>
                <a:off x="8182547" y="2332474"/>
                <a:ext cx="243190" cy="24319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a:extLst>
                  <a:ext uri="{FF2B5EF4-FFF2-40B4-BE49-F238E27FC236}">
                    <a16:creationId xmlns:a16="http://schemas.microsoft.com/office/drawing/2014/main" id="{6B71A63A-AF19-1ADB-8892-28921411B288}"/>
                  </a:ext>
                </a:extLst>
              </p:cNvPr>
              <p:cNvCxnSpPr>
                <a:cxnSpLocks/>
              </p:cNvCxnSpPr>
              <p:nvPr/>
            </p:nvCxnSpPr>
            <p:spPr bwMode="auto">
              <a:xfrm>
                <a:off x="7772060" y="2076994"/>
                <a:ext cx="532082" cy="374255"/>
              </a:xfrm>
              <a:prstGeom prst="straightConnector1">
                <a:avLst/>
              </a:prstGeom>
              <a:noFill/>
              <a:ln w="9525" cap="flat" cmpd="sng" algn="ctr">
                <a:solidFill>
                  <a:schemeClr val="tx1"/>
                </a:solidFill>
                <a:prstDash val="solid"/>
                <a:round/>
                <a:headEnd type="none" w="med" len="med"/>
                <a:tailEnd type="triangle"/>
              </a:ln>
              <a:effectLst/>
            </p:spPr>
          </p:cxnSp>
          <p:sp>
            <p:nvSpPr>
              <p:cNvPr id="21" name="椭圆 20">
                <a:extLst>
                  <a:ext uri="{FF2B5EF4-FFF2-40B4-BE49-F238E27FC236}">
                    <a16:creationId xmlns:a16="http://schemas.microsoft.com/office/drawing/2014/main" id="{3D462882-F807-EB6D-4CC0-FD31EE626536}"/>
                  </a:ext>
                </a:extLst>
              </p:cNvPr>
              <p:cNvSpPr/>
              <p:nvPr/>
            </p:nvSpPr>
            <p:spPr>
              <a:xfrm>
                <a:off x="6719800" y="993178"/>
                <a:ext cx="2109217" cy="2167631"/>
              </a:xfrm>
              <a:prstGeom prst="ellipse">
                <a:avLst/>
              </a:prstGeom>
              <a:ln>
                <a:solidFill>
                  <a:schemeClr val="tx1"/>
                </a:solidFill>
                <a:prstDash val="lgDash"/>
              </a:ln>
            </p:spPr>
            <p:txBody>
              <a:bodyPr wrap="square" rtlCol="0" anchor="ctr">
                <a:noAutofit/>
              </a:bodyPr>
              <a:lstStyle/>
              <a:p>
                <a:pPr algn="ctr">
                  <a:buNone/>
                </a:pPr>
                <a:endParaRPr lang="zh-CN" altLang="en-US" dirty="0" err="1"/>
              </a:p>
            </p:txBody>
          </p:sp>
          <p:sp>
            <p:nvSpPr>
              <p:cNvPr id="22" name="椭圆 21">
                <a:extLst>
                  <a:ext uri="{FF2B5EF4-FFF2-40B4-BE49-F238E27FC236}">
                    <a16:creationId xmlns:a16="http://schemas.microsoft.com/office/drawing/2014/main" id="{4112F55D-50DB-F9C0-4DE1-5D9BF6C0353A}"/>
                  </a:ext>
                </a:extLst>
              </p:cNvPr>
              <p:cNvSpPr/>
              <p:nvPr/>
            </p:nvSpPr>
            <p:spPr>
              <a:xfrm>
                <a:off x="8079060" y="1294266"/>
                <a:ext cx="243190" cy="24319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弧形 5">
              <a:extLst>
                <a:ext uri="{FF2B5EF4-FFF2-40B4-BE49-F238E27FC236}">
                  <a16:creationId xmlns:a16="http://schemas.microsoft.com/office/drawing/2014/main" id="{106560C8-E306-6F84-CE1E-2673BDF6BAE2}"/>
                </a:ext>
              </a:extLst>
            </p:cNvPr>
            <p:cNvSpPr/>
            <p:nvPr/>
          </p:nvSpPr>
          <p:spPr bwMode="auto">
            <a:xfrm rot="12559712">
              <a:off x="8832996" y="994295"/>
              <a:ext cx="2109216" cy="1278204"/>
            </a:xfrm>
            <a:prstGeom prst="arc">
              <a:avLst>
                <a:gd name="adj1" fmla="val 11560461"/>
                <a:gd name="adj2" fmla="val 0"/>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5D5EEBCC-FD38-F25C-3097-2DD683F67688}"/>
                    </a:ext>
                  </a:extLst>
                </p:cNvPr>
                <p:cNvSpPr txBox="1"/>
                <p:nvPr/>
              </p:nvSpPr>
              <p:spPr>
                <a:xfrm>
                  <a:off x="9458185" y="1421625"/>
                  <a:ext cx="349624" cy="381515"/>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2,1</m:t>
                            </m:r>
                          </m:sub>
                        </m:sSub>
                      </m:oMath>
                    </m:oMathPara>
                  </a14:m>
                  <a:endParaRPr lang="zh-CN" altLang="en-US" dirty="0"/>
                </a:p>
              </p:txBody>
            </p:sp>
          </mc:Choice>
          <mc:Fallback xmlns="">
            <p:sp>
              <p:nvSpPr>
                <p:cNvPr id="55" name="文本框 54">
                  <a:extLst>
                    <a:ext uri="{FF2B5EF4-FFF2-40B4-BE49-F238E27FC236}">
                      <a16:creationId xmlns:a16="http://schemas.microsoft.com/office/drawing/2014/main" id="{A1002D26-9D68-4A4E-9E65-2FF067C7B35B}"/>
                    </a:ext>
                  </a:extLst>
                </p:cNvPr>
                <p:cNvSpPr txBox="1">
                  <a:spLocks noRot="1" noChangeAspect="1" noMove="1" noResize="1" noEditPoints="1" noAdjustHandles="1" noChangeArrowheads="1" noChangeShapeType="1" noTextEdit="1"/>
                </p:cNvSpPr>
                <p:nvPr/>
              </p:nvSpPr>
              <p:spPr>
                <a:xfrm>
                  <a:off x="9458185" y="1421625"/>
                  <a:ext cx="349624" cy="381515"/>
                </a:xfrm>
                <a:prstGeom prst="rect">
                  <a:avLst/>
                </a:prstGeom>
                <a:blipFill>
                  <a:blip r:embed="rId5"/>
                  <a:stretch>
                    <a:fillRect l="-28070" r="-70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7A9AB6F-94D0-952D-009C-A512159E03C9}"/>
                    </a:ext>
                  </a:extLst>
                </p:cNvPr>
                <p:cNvSpPr txBox="1"/>
                <p:nvPr/>
              </p:nvSpPr>
              <p:spPr>
                <a:xfrm>
                  <a:off x="9492309" y="3030318"/>
                  <a:ext cx="349624" cy="381515"/>
                </a:xfrm>
                <a:prstGeom prst="rect">
                  <a:avLst/>
                </a:prstGeom>
                <a:noFill/>
              </p:spPr>
              <p:txBody>
                <a:bodyPr wrap="square" rtlCol="0" anchor="ctr" anchorCtr="1">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2,2</m:t>
                            </m:r>
                          </m:sub>
                        </m:sSub>
                      </m:oMath>
                    </m:oMathPara>
                  </a14:m>
                  <a:endParaRPr lang="zh-CN" altLang="en-US" dirty="0"/>
                </a:p>
              </p:txBody>
            </p:sp>
          </mc:Choice>
          <mc:Fallback xmlns="">
            <p:sp>
              <p:nvSpPr>
                <p:cNvPr id="80" name="文本框 79">
                  <a:extLst>
                    <a:ext uri="{FF2B5EF4-FFF2-40B4-BE49-F238E27FC236}">
                      <a16:creationId xmlns:a16="http://schemas.microsoft.com/office/drawing/2014/main" id="{1C4C59B6-FCF0-488C-B7DC-24718B4AB592}"/>
                    </a:ext>
                  </a:extLst>
                </p:cNvPr>
                <p:cNvSpPr txBox="1">
                  <a:spLocks noRot="1" noChangeAspect="1" noMove="1" noResize="1" noEditPoints="1" noAdjustHandles="1" noChangeArrowheads="1" noChangeShapeType="1" noTextEdit="1"/>
                </p:cNvSpPr>
                <p:nvPr/>
              </p:nvSpPr>
              <p:spPr>
                <a:xfrm>
                  <a:off x="9492309" y="3030318"/>
                  <a:ext cx="349624" cy="381515"/>
                </a:xfrm>
                <a:prstGeom prst="rect">
                  <a:avLst/>
                </a:prstGeom>
                <a:blipFill>
                  <a:blip r:embed="rId6"/>
                  <a:stretch>
                    <a:fillRect l="-28070" r="-8772"/>
                  </a:stretch>
                </a:blipFill>
              </p:spPr>
              <p:txBody>
                <a:bodyPr/>
                <a:lstStyle/>
                <a:p>
                  <a:r>
                    <a:rPr lang="zh-CN" altLang="en-US">
                      <a:noFill/>
                    </a:rPr>
                    <a:t> </a:t>
                  </a:r>
                </a:p>
              </p:txBody>
            </p:sp>
          </mc:Fallback>
        </mc:AlternateContent>
      </p:grpSp>
      <p:sp>
        <p:nvSpPr>
          <p:cNvPr id="23" name="文本框 22">
            <a:extLst>
              <a:ext uri="{FF2B5EF4-FFF2-40B4-BE49-F238E27FC236}">
                <a16:creationId xmlns:a16="http://schemas.microsoft.com/office/drawing/2014/main" id="{46ADC9D5-195B-17CE-82DD-3B3F5DD05A43}"/>
              </a:ext>
            </a:extLst>
          </p:cNvPr>
          <p:cNvSpPr txBox="1"/>
          <p:nvPr/>
        </p:nvSpPr>
        <p:spPr>
          <a:xfrm>
            <a:off x="0" y="5034232"/>
            <a:ext cx="4660900" cy="1323439"/>
          </a:xfrm>
          <a:prstGeom prst="rect">
            <a:avLst/>
          </a:prstGeom>
          <a:noFill/>
        </p:spPr>
        <p:txBody>
          <a:bodyPr wrap="square" rtlCol="0" anchor="ctr" anchorCtr="1">
            <a:spAutoFit/>
          </a:bodyPr>
          <a:lstStyle/>
          <a:p>
            <a:pPr>
              <a:buNone/>
            </a:pPr>
            <a:r>
              <a:rPr lang="en-US" altLang="zh-CN" sz="2000" dirty="0"/>
              <a:t>Baseline algorithm: one dimensional Gaussian</a:t>
            </a:r>
          </a:p>
          <a:p>
            <a:pPr>
              <a:buNone/>
            </a:pPr>
            <a:r>
              <a:rPr lang="en-US" altLang="zh-CN" sz="2000" dirty="0"/>
              <a:t>Proposed method: Exploiting GNSS covariance</a:t>
            </a:r>
            <a:endParaRPr lang="zh-CN" altLang="en-US" sz="2000" dirty="0"/>
          </a:p>
        </p:txBody>
      </p:sp>
    </p:spTree>
    <p:extLst>
      <p:ext uri="{BB962C8B-B14F-4D97-AF65-F5344CB8AC3E}">
        <p14:creationId xmlns:p14="http://schemas.microsoft.com/office/powerpoint/2010/main" val="1341843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84A4AE8-1954-46CA-A2B9-D1AD0B525C4D}"/>
              </a:ext>
            </a:extLst>
          </p:cNvPr>
          <p:cNvSpPr>
            <a:spLocks noGrp="1"/>
          </p:cNvSpPr>
          <p:nvPr>
            <p:ph type="body" sz="quarter" idx="10"/>
          </p:nvPr>
        </p:nvSpPr>
        <p:spPr>
          <a:xfrm>
            <a:off x="721002" y="2256627"/>
            <a:ext cx="10749996" cy="954107"/>
          </a:xfrm>
        </p:spPr>
        <p:txBody>
          <a:bodyPr/>
          <a:lstStyle/>
          <a:p>
            <a:pPr algn="ctr"/>
            <a:r>
              <a:rPr lang="en-US" altLang="zh-CN" sz="5400" dirty="0">
                <a:latin typeface="Arial" panose="020B0604020202020204" pitchFamily="34" charset="0"/>
                <a:ea typeface="黑体" panose="02010609060101010101" pitchFamily="49" charset="-122"/>
              </a:rPr>
              <a:t>Thank you for your attention!</a:t>
            </a:r>
          </a:p>
        </p:txBody>
      </p:sp>
      <p:sp>
        <p:nvSpPr>
          <p:cNvPr id="4" name="Text Placeholder 1">
            <a:extLst>
              <a:ext uri="{FF2B5EF4-FFF2-40B4-BE49-F238E27FC236}">
                <a16:creationId xmlns:a16="http://schemas.microsoft.com/office/drawing/2014/main" id="{693FA0CD-1A59-41C7-8AFF-0EDEC1363B0B}"/>
              </a:ext>
            </a:extLst>
          </p:cNvPr>
          <p:cNvSpPr txBox="1">
            <a:spLocks/>
          </p:cNvSpPr>
          <p:nvPr/>
        </p:nvSpPr>
        <p:spPr bwMode="auto">
          <a:xfrm>
            <a:off x="2888979" y="3877747"/>
            <a:ext cx="694413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lvl1pPr marL="0" indent="0" algn="l" rtl="0" eaLnBrk="1" fontAlgn="base" hangingPunct="1">
              <a:spcBef>
                <a:spcPct val="50000"/>
              </a:spcBef>
              <a:spcAft>
                <a:spcPct val="0"/>
              </a:spcAft>
              <a:buSzPct val="75000"/>
              <a:buNone/>
              <a:defRPr sz="4400" b="1">
                <a:solidFill>
                  <a:schemeClr val="tx1"/>
                </a:solidFill>
                <a:latin typeface="+mj-lt"/>
                <a:ea typeface="ＭＳ Ｐゴシック" charset="0"/>
                <a:cs typeface="+mn-cs"/>
              </a:defRPr>
            </a:lvl1pPr>
            <a:lvl2pPr marL="742950" indent="-285750" algn="l" rtl="0" eaLnBrk="1" fontAlgn="base" hangingPunct="1">
              <a:spcBef>
                <a:spcPct val="50000"/>
              </a:spcBef>
              <a:spcAft>
                <a:spcPct val="0"/>
              </a:spcAft>
              <a:buSzPct val="75000"/>
              <a:buChar char="–"/>
              <a:defRPr sz="2200">
                <a:solidFill>
                  <a:schemeClr val="tx1"/>
                </a:solidFill>
                <a:latin typeface="+mn-lt"/>
                <a:ea typeface="Arial" charset="0"/>
                <a:cs typeface="+mn-cs"/>
              </a:defRPr>
            </a:lvl2pPr>
            <a:lvl3pPr marL="1143000" indent="-228600" algn="l" rtl="0" eaLnBrk="1" fontAlgn="base" hangingPunct="1">
              <a:spcBef>
                <a:spcPct val="50000"/>
              </a:spcBef>
              <a:spcAft>
                <a:spcPct val="0"/>
              </a:spcAft>
              <a:buSzPct val="75000"/>
              <a:buFont typeface="Wingdings" pitchFamily="2" charset="2"/>
              <a:buChar char="Ø"/>
              <a:defRPr sz="1900">
                <a:solidFill>
                  <a:schemeClr val="tx1"/>
                </a:solidFill>
                <a:latin typeface="+mn-lt"/>
                <a:ea typeface="Arial" charset="0"/>
                <a:cs typeface="+mn-cs"/>
              </a:defRPr>
            </a:lvl3pPr>
            <a:lvl4pPr marL="16002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4pPr>
            <a:lvl5pPr marL="20574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5pPr>
            <a:lvl6pPr marL="2514600" indent="-228600" algn="l" rtl="0" eaLnBrk="1" fontAlgn="base" hangingPunct="1">
              <a:spcBef>
                <a:spcPct val="50000"/>
              </a:spcBef>
              <a:spcAft>
                <a:spcPct val="0"/>
              </a:spcAft>
              <a:buSzPct val="75000"/>
              <a:buChar char="»"/>
              <a:defRPr>
                <a:solidFill>
                  <a:schemeClr val="tx1"/>
                </a:solidFill>
                <a:latin typeface="+mn-lt"/>
                <a:cs typeface="+mn-cs"/>
              </a:defRPr>
            </a:lvl6pPr>
            <a:lvl7pPr marL="2971800" indent="-228600" algn="l" rtl="0" eaLnBrk="1" fontAlgn="base" hangingPunct="1">
              <a:spcBef>
                <a:spcPct val="50000"/>
              </a:spcBef>
              <a:spcAft>
                <a:spcPct val="0"/>
              </a:spcAft>
              <a:buSzPct val="75000"/>
              <a:buChar char="»"/>
              <a:defRPr>
                <a:solidFill>
                  <a:schemeClr val="tx1"/>
                </a:solidFill>
                <a:latin typeface="+mn-lt"/>
                <a:cs typeface="+mn-cs"/>
              </a:defRPr>
            </a:lvl7pPr>
            <a:lvl8pPr marL="3429000" indent="-228600" algn="l" rtl="0" eaLnBrk="1" fontAlgn="base" hangingPunct="1">
              <a:spcBef>
                <a:spcPct val="50000"/>
              </a:spcBef>
              <a:spcAft>
                <a:spcPct val="0"/>
              </a:spcAft>
              <a:buSzPct val="75000"/>
              <a:buChar char="»"/>
              <a:defRPr>
                <a:solidFill>
                  <a:schemeClr val="tx1"/>
                </a:solidFill>
                <a:latin typeface="+mn-lt"/>
                <a:cs typeface="+mn-cs"/>
              </a:defRPr>
            </a:lvl8pPr>
            <a:lvl9pPr marL="3886200" indent="-228600" algn="l" rtl="0" eaLnBrk="1" fontAlgn="base" hangingPunct="1">
              <a:spcBef>
                <a:spcPct val="50000"/>
              </a:spcBef>
              <a:spcAft>
                <a:spcPct val="0"/>
              </a:spcAft>
              <a:buSzPct val="75000"/>
              <a:buChar char="»"/>
              <a:defRPr>
                <a:solidFill>
                  <a:schemeClr val="tx1"/>
                </a:solidFill>
                <a:latin typeface="+mn-lt"/>
                <a:cs typeface="+mn-cs"/>
              </a:defRPr>
            </a:lvl9pPr>
          </a:lstStyle>
          <a:p>
            <a:r>
              <a:rPr lang="en-US" altLang="zh-CN" sz="3600" kern="0" dirty="0">
                <a:latin typeface="Arial" panose="020B0604020202020204" pitchFamily="34" charset="0"/>
                <a:ea typeface="黑体" panose="02010609060101010101" pitchFamily="49" charset="-122"/>
              </a:rPr>
              <a:t>Questions? More Information?</a:t>
            </a:r>
          </a:p>
        </p:txBody>
      </p:sp>
      <p:sp>
        <p:nvSpPr>
          <p:cNvPr id="5" name="Text Placeholder 1">
            <a:extLst>
              <a:ext uri="{FF2B5EF4-FFF2-40B4-BE49-F238E27FC236}">
                <a16:creationId xmlns:a16="http://schemas.microsoft.com/office/drawing/2014/main" id="{B2B8674D-8CF0-45CC-86E1-302D98B8C6A1}"/>
              </a:ext>
            </a:extLst>
          </p:cNvPr>
          <p:cNvSpPr txBox="1">
            <a:spLocks/>
          </p:cNvSpPr>
          <p:nvPr/>
        </p:nvSpPr>
        <p:spPr bwMode="auto">
          <a:xfrm>
            <a:off x="3829885" y="4591103"/>
            <a:ext cx="4333461" cy="1583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lvl1pPr marL="0" indent="0" algn="l" rtl="0" eaLnBrk="1" fontAlgn="base" hangingPunct="1">
              <a:spcBef>
                <a:spcPct val="50000"/>
              </a:spcBef>
              <a:spcAft>
                <a:spcPct val="0"/>
              </a:spcAft>
              <a:buSzPct val="75000"/>
              <a:buNone/>
              <a:defRPr sz="4400" b="1">
                <a:solidFill>
                  <a:schemeClr val="tx1"/>
                </a:solidFill>
                <a:latin typeface="+mj-lt"/>
                <a:ea typeface="ＭＳ Ｐゴシック" charset="0"/>
                <a:cs typeface="+mn-cs"/>
              </a:defRPr>
            </a:lvl1pPr>
            <a:lvl2pPr marL="742950" indent="-285750" algn="l" rtl="0" eaLnBrk="1" fontAlgn="base" hangingPunct="1">
              <a:spcBef>
                <a:spcPct val="50000"/>
              </a:spcBef>
              <a:spcAft>
                <a:spcPct val="0"/>
              </a:spcAft>
              <a:buSzPct val="75000"/>
              <a:buChar char="–"/>
              <a:defRPr sz="2200">
                <a:solidFill>
                  <a:schemeClr val="tx1"/>
                </a:solidFill>
                <a:latin typeface="+mn-lt"/>
                <a:ea typeface="Arial" charset="0"/>
                <a:cs typeface="+mn-cs"/>
              </a:defRPr>
            </a:lvl2pPr>
            <a:lvl3pPr marL="1143000" indent="-228600" algn="l" rtl="0" eaLnBrk="1" fontAlgn="base" hangingPunct="1">
              <a:spcBef>
                <a:spcPct val="50000"/>
              </a:spcBef>
              <a:spcAft>
                <a:spcPct val="0"/>
              </a:spcAft>
              <a:buSzPct val="75000"/>
              <a:buFont typeface="Wingdings" pitchFamily="2" charset="2"/>
              <a:buChar char="Ø"/>
              <a:defRPr sz="1900">
                <a:solidFill>
                  <a:schemeClr val="tx1"/>
                </a:solidFill>
                <a:latin typeface="+mn-lt"/>
                <a:ea typeface="Arial" charset="0"/>
                <a:cs typeface="+mn-cs"/>
              </a:defRPr>
            </a:lvl3pPr>
            <a:lvl4pPr marL="16002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4pPr>
            <a:lvl5pPr marL="2057400" indent="-228600" algn="l" rtl="0" eaLnBrk="1" fontAlgn="base" hangingPunct="1">
              <a:spcBef>
                <a:spcPct val="50000"/>
              </a:spcBef>
              <a:spcAft>
                <a:spcPct val="0"/>
              </a:spcAft>
              <a:buSzPct val="75000"/>
              <a:buChar char="»"/>
              <a:defRPr>
                <a:solidFill>
                  <a:schemeClr val="tx1"/>
                </a:solidFill>
                <a:latin typeface="+mn-lt"/>
                <a:ea typeface="Arial" charset="0"/>
                <a:cs typeface="+mn-cs"/>
              </a:defRPr>
            </a:lvl5pPr>
            <a:lvl6pPr marL="2514600" indent="-228600" algn="l" rtl="0" eaLnBrk="1" fontAlgn="base" hangingPunct="1">
              <a:spcBef>
                <a:spcPct val="50000"/>
              </a:spcBef>
              <a:spcAft>
                <a:spcPct val="0"/>
              </a:spcAft>
              <a:buSzPct val="75000"/>
              <a:buChar char="»"/>
              <a:defRPr>
                <a:solidFill>
                  <a:schemeClr val="tx1"/>
                </a:solidFill>
                <a:latin typeface="+mn-lt"/>
                <a:cs typeface="+mn-cs"/>
              </a:defRPr>
            </a:lvl6pPr>
            <a:lvl7pPr marL="2971800" indent="-228600" algn="l" rtl="0" eaLnBrk="1" fontAlgn="base" hangingPunct="1">
              <a:spcBef>
                <a:spcPct val="50000"/>
              </a:spcBef>
              <a:spcAft>
                <a:spcPct val="0"/>
              </a:spcAft>
              <a:buSzPct val="75000"/>
              <a:buChar char="»"/>
              <a:defRPr>
                <a:solidFill>
                  <a:schemeClr val="tx1"/>
                </a:solidFill>
                <a:latin typeface="+mn-lt"/>
                <a:cs typeface="+mn-cs"/>
              </a:defRPr>
            </a:lvl7pPr>
            <a:lvl8pPr marL="3429000" indent="-228600" algn="l" rtl="0" eaLnBrk="1" fontAlgn="base" hangingPunct="1">
              <a:spcBef>
                <a:spcPct val="50000"/>
              </a:spcBef>
              <a:spcAft>
                <a:spcPct val="0"/>
              </a:spcAft>
              <a:buSzPct val="75000"/>
              <a:buChar char="»"/>
              <a:defRPr>
                <a:solidFill>
                  <a:schemeClr val="tx1"/>
                </a:solidFill>
                <a:latin typeface="+mn-lt"/>
                <a:cs typeface="+mn-cs"/>
              </a:defRPr>
            </a:lvl8pPr>
            <a:lvl9pPr marL="3886200" indent="-228600" algn="l" rtl="0" eaLnBrk="1" fontAlgn="base" hangingPunct="1">
              <a:spcBef>
                <a:spcPct val="50000"/>
              </a:spcBef>
              <a:spcAft>
                <a:spcPct val="0"/>
              </a:spcAft>
              <a:buSzPct val="75000"/>
              <a:buChar char="»"/>
              <a:defRPr>
                <a:solidFill>
                  <a:schemeClr val="tx1"/>
                </a:solidFill>
                <a:latin typeface="+mn-lt"/>
                <a:cs typeface="+mn-cs"/>
              </a:defRPr>
            </a:lvl9pPr>
          </a:lstStyle>
          <a:p>
            <a:pPr algn="ctr">
              <a:spcBef>
                <a:spcPts val="600"/>
              </a:spcBef>
            </a:pPr>
            <a:r>
              <a:rPr lang="en-US" altLang="zh-CN" sz="2000" b="0" kern="0" dirty="0">
                <a:latin typeface="Arial" panose="020B0604020202020204" pitchFamily="34" charset="0"/>
                <a:ea typeface="黑体" panose="02010609060101010101" pitchFamily="49" charset="-122"/>
              </a:rPr>
              <a:t>Email: ncz139</a:t>
            </a:r>
            <a:r>
              <a:rPr lang="en-US" altLang="zh-CN" sz="2000" b="0" kern="0" dirty="0">
                <a:latin typeface="Arial" panose="020B0604020202020204" pitchFamily="34" charset="0"/>
                <a:ea typeface="黑体" panose="02010609060101010101" pitchFamily="49" charset="-122"/>
                <a:hlinkClick r:id="rId3"/>
              </a:rPr>
              <a:t>@sjtu.edu.cn</a:t>
            </a:r>
            <a:endParaRPr lang="en-US" altLang="zh-CN" sz="2000" b="0" kern="0" dirty="0">
              <a:latin typeface="Arial" panose="020B0604020202020204" pitchFamily="34" charset="0"/>
              <a:ea typeface="黑体" panose="02010609060101010101" pitchFamily="49" charset="-122"/>
            </a:endParaRPr>
          </a:p>
          <a:p>
            <a:pPr algn="ctr">
              <a:spcBef>
                <a:spcPts val="600"/>
              </a:spcBef>
            </a:pPr>
            <a:r>
              <a:rPr lang="en-US" altLang="zh-CN" sz="2000" b="0" kern="0" dirty="0">
                <a:latin typeface="Arial" panose="020B0604020202020204" pitchFamily="34" charset="0"/>
                <a:ea typeface="黑体" panose="02010609060101010101" pitchFamily="49" charset="-122"/>
              </a:rPr>
              <a:t>Phone: +86 18621528151</a:t>
            </a:r>
          </a:p>
          <a:p>
            <a:pPr algn="ctr">
              <a:spcBef>
                <a:spcPts val="600"/>
              </a:spcBef>
            </a:pPr>
            <a:r>
              <a:rPr lang="en-US" altLang="zh-CN" sz="2000" b="0" kern="0" dirty="0">
                <a:latin typeface="Arial" panose="020B0604020202020204" pitchFamily="34" charset="0"/>
                <a:ea typeface="黑体" panose="02010609060101010101" pitchFamily="49" charset="-122"/>
              </a:rPr>
              <a:t>Website: </a:t>
            </a:r>
            <a:r>
              <a:rPr lang="en-US" altLang="zh-CN" sz="2000" b="0" dirty="0">
                <a:latin typeface="Arial" panose="020B0604020202020204" pitchFamily="34" charset="0"/>
                <a:ea typeface="黑体" panose="02010609060101010101" pitchFamily="49" charset="-122"/>
                <a:hlinkClick r:id="rId4"/>
              </a:rPr>
              <a:t>http://gnc.sjtu.edu.cn/</a:t>
            </a:r>
            <a:endParaRPr lang="en-US" altLang="zh-CN" sz="2000" b="0" kern="0" dirty="0">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3389245133"/>
      </p:ext>
    </p:extLst>
  </p:cSld>
  <p:clrMapOvr>
    <a:masterClrMapping/>
  </p:clrMapOvr>
</p:sld>
</file>

<file path=ppt/theme/theme1.xml><?xml version="1.0" encoding="utf-8"?>
<a:theme xmlns:a="http://schemas.openxmlformats.org/drawingml/2006/main" name="gncTemplate">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font">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tx1"/>
          </a:solidFill>
        </a:ln>
      </a:spPr>
      <a:bodyPr wrap="square" rtlCol="0" anchor="ctr">
        <a:noAutofit/>
      </a:bodyPr>
      <a:lstStyle>
        <a:defPPr algn="ctr">
          <a:buNone/>
          <a:defRPr dirty="0" err="1" smtClean="0"/>
        </a:defPPr>
      </a:lstStyle>
    </a:spDef>
    <a:lnDef>
      <a:spPr bwMode="auto">
        <a:noFill/>
        <a:ln w="9525" cap="flat" cmpd="sng" algn="ctr">
          <a:solidFill>
            <a:schemeClr val="tx1"/>
          </a:solidFill>
          <a:prstDash val="solid"/>
          <a:round/>
          <a:headEnd type="none" w="med" len="med"/>
          <a:tailEnd type="none" w="med" len="med"/>
        </a:ln>
        <a:effectLst/>
      </a:spPr>
      <a:bodyPr/>
      <a:lstStyle/>
    </a:lnDef>
    <a:txDef>
      <a:spPr>
        <a:noFill/>
      </a:spPr>
      <a:bodyPr wrap="none" rtlCol="0" anchor="ctr" anchorCtr="1">
        <a:spAutoFit/>
      </a:bodyPr>
      <a:lstStyle>
        <a:defPPr>
          <a:buNone/>
          <a:defRPr dirty="0"/>
        </a:defPPr>
      </a:lstStyle>
    </a:tx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ncTemplate" id="{831B3B7B-305C-44CA-A56B-47E1B70C9750}" vid="{6BDE5614-9BAD-4245-BF2C-3D61F9A0D6FB}"/>
    </a:ext>
  </a:extLst>
</a:theme>
</file>

<file path=ppt/theme/theme2.xml><?xml version="1.0" encoding="utf-8"?>
<a:theme xmlns:a="http://schemas.openxmlformats.org/drawingml/2006/main" name="SJTU ENG">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学术报告">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tx1"/>
          </a:solidFill>
        </a:ln>
      </a:spPr>
      <a:bodyPr wrap="square" rtlCol="0" anchor="ctr">
        <a:noAutofit/>
      </a:bodyPr>
      <a:lstStyle>
        <a:defPPr algn="ctr">
          <a:buNone/>
          <a:defRPr dirty="0" err="1" smtClean="0"/>
        </a:defPPr>
      </a:lstStyle>
    </a:spDef>
    <a:lnDef>
      <a:spPr bwMode="auto">
        <a:noFill/>
        <a:ln w="9525" cap="flat" cmpd="sng" algn="ctr">
          <a:solidFill>
            <a:schemeClr val="tx1"/>
          </a:solidFill>
          <a:prstDash val="solid"/>
          <a:round/>
          <a:headEnd type="none" w="med" len="med"/>
          <a:tailEnd type="none" w="med" len="med"/>
        </a:ln>
        <a:effectLst/>
      </a:spPr>
      <a:bodyPr/>
      <a:lstStyle/>
    </a:lnDef>
    <a:txDef>
      <a:spPr>
        <a:noFill/>
      </a:spPr>
      <a:bodyPr wrap="none" rtlCol="0" anchor="ctr" anchorCtr="1">
        <a:spAutoFit/>
      </a:bodyPr>
      <a:lstStyle>
        <a:defPPr>
          <a:buNone/>
          <a:defRPr dirty="0"/>
        </a:defPPr>
      </a:lstStyle>
    </a:tx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JTU ENG" id="{38185189-2893-43EC-8147-72E76D69278C}" vid="{24DB7DCA-9E6C-4BD8-AC5A-E4AE63C2A210}"/>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gncTemplate</Template>
  <TotalTime>21809</TotalTime>
  <Words>1982</Words>
  <Application>Microsoft Office PowerPoint</Application>
  <PresentationFormat>宽屏</PresentationFormat>
  <Paragraphs>256</Paragraphs>
  <Slides>14</Slides>
  <Notes>14</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14</vt:i4>
      </vt:variant>
    </vt:vector>
  </HeadingPairs>
  <TitlesOfParts>
    <vt:vector size="21" baseType="lpstr">
      <vt:lpstr>等线</vt:lpstr>
      <vt:lpstr>Arial</vt:lpstr>
      <vt:lpstr>Calibri</vt:lpstr>
      <vt:lpstr>Cambria Math</vt:lpstr>
      <vt:lpstr>Wingdings</vt:lpstr>
      <vt:lpstr>gncTemplate</vt:lpstr>
      <vt:lpstr>SJTU ENG</vt:lpstr>
      <vt:lpstr>PowerPoint 演示文稿</vt:lpstr>
      <vt:lpstr>Application Scenario</vt:lpstr>
      <vt:lpstr>Problem to Address</vt:lpstr>
      <vt:lpstr>Objective and Significance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Framework</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Chenzhang Ning</dc:creator>
  <cp:lastModifiedBy>Chenzhang Ning</cp:lastModifiedBy>
  <cp:revision>594</cp:revision>
  <dcterms:created xsi:type="dcterms:W3CDTF">2024-09-11T13:45:56Z</dcterms:created>
  <dcterms:modified xsi:type="dcterms:W3CDTF">2025-08-08T06:14:10Z</dcterms:modified>
</cp:coreProperties>
</file>